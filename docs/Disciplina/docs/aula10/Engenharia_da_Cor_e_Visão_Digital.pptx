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D46"/>
    <a:srgbClr val="343D44"/>
    <a:srgbClr val="303A43"/>
    <a:srgbClr val="2E37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78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1EBB6B4-A76A-4F1C-1816-FD5383722160}"/>
              </a:ext>
            </a:extLst>
          </p:cNvPr>
          <p:cNvSpPr/>
          <p:nvPr/>
        </p:nvSpPr>
        <p:spPr>
          <a:xfrm>
            <a:off x="148336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63A4D97-F625-DE1A-6225-162E7D1B6266}"/>
              </a:ext>
            </a:extLst>
          </p:cNvPr>
          <p:cNvSpPr/>
          <p:nvPr/>
        </p:nvSpPr>
        <p:spPr>
          <a:xfrm>
            <a:off x="14833600" y="8686800"/>
            <a:ext cx="1346200" cy="342900"/>
          </a:xfrm>
          <a:prstGeom prst="rect">
            <a:avLst/>
          </a:prstGeom>
          <a:solidFill>
            <a:srgbClr val="303A43"/>
          </a:solidFill>
          <a:ln>
            <a:solidFill>
              <a:srgbClr val="303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F828163-6080-107C-00E8-C9736C4A48A4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07CAFD9-E720-E5F2-6745-915E08B2A063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3C5524E-2F06-757E-F336-A1891850DDDD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2DD391C-169D-242E-2D69-976878B56C66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27163AF-06BE-45DF-35E3-26F49385B5FD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766AD30-F17E-1A4E-2AD5-2DB9C09868B0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96F0D54-F952-3827-5949-D8B4AAD433DC}"/>
              </a:ext>
            </a:extLst>
          </p:cNvPr>
          <p:cNvSpPr/>
          <p:nvPr/>
        </p:nvSpPr>
        <p:spPr>
          <a:xfrm>
            <a:off x="14833600" y="8610600"/>
            <a:ext cx="1346200" cy="342900"/>
          </a:xfrm>
          <a:prstGeom prst="rect">
            <a:avLst/>
          </a:prstGeom>
          <a:solidFill>
            <a:srgbClr val="343D44"/>
          </a:solidFill>
          <a:ln>
            <a:solidFill>
              <a:srgbClr val="343D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D61CFE9-054F-81B3-B99D-715ABA84CB68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F5597CC-00A3-D088-D5BE-9A35690FA441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3662D28-3587-F300-41F0-EA695E649B9D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4D3DD3B-9793-702C-6375-1F3B7D88403B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D9F6D16-7C8E-F348-BF86-6DF66C0CE1E6}"/>
              </a:ext>
            </a:extLst>
          </p:cNvPr>
          <p:cNvSpPr/>
          <p:nvPr/>
        </p:nvSpPr>
        <p:spPr>
          <a:xfrm>
            <a:off x="14909800" y="8686800"/>
            <a:ext cx="1346200" cy="342900"/>
          </a:xfrm>
          <a:prstGeom prst="rect">
            <a:avLst/>
          </a:prstGeom>
          <a:solidFill>
            <a:srgbClr val="2E373E"/>
          </a:solidFill>
          <a:ln>
            <a:solidFill>
              <a:srgbClr val="2E37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2026-10-07T21:22:22Z</dcterms:modified>
</cp:coreProperties>
</file>