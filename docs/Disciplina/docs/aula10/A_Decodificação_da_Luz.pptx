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1D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8" d="100"/>
          <a:sy n="38" d="100"/>
        </p:scale>
        <p:origin x="787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39A5ADB-81A1-A103-F488-AA85A84E3484}"/>
              </a:ext>
            </a:extLst>
          </p:cNvPr>
          <p:cNvSpPr/>
          <p:nvPr/>
        </p:nvSpPr>
        <p:spPr>
          <a:xfrm>
            <a:off x="14909800" y="8763000"/>
            <a:ext cx="1346200" cy="228600"/>
          </a:xfrm>
          <a:prstGeom prst="rect">
            <a:avLst/>
          </a:prstGeom>
          <a:solidFill>
            <a:srgbClr val="1D1D1D"/>
          </a:solidFill>
          <a:ln>
            <a:solidFill>
              <a:srgbClr val="1D1D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6AFB473-E2C3-C8DA-A573-E7A98E56A0BA}"/>
              </a:ext>
            </a:extLst>
          </p:cNvPr>
          <p:cNvSpPr/>
          <p:nvPr/>
        </p:nvSpPr>
        <p:spPr>
          <a:xfrm>
            <a:off x="14909800" y="8763000"/>
            <a:ext cx="1346200" cy="228600"/>
          </a:xfrm>
          <a:prstGeom prst="rect">
            <a:avLst/>
          </a:prstGeom>
          <a:solidFill>
            <a:srgbClr val="1D1D1D"/>
          </a:solidFill>
          <a:ln>
            <a:solidFill>
              <a:srgbClr val="1D1D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4F4CFF3-BB1A-533F-F57D-130EAFD79C22}"/>
              </a:ext>
            </a:extLst>
          </p:cNvPr>
          <p:cNvSpPr/>
          <p:nvPr/>
        </p:nvSpPr>
        <p:spPr>
          <a:xfrm>
            <a:off x="14909800" y="8763000"/>
            <a:ext cx="1346200" cy="228600"/>
          </a:xfrm>
          <a:prstGeom prst="rect">
            <a:avLst/>
          </a:prstGeom>
          <a:solidFill>
            <a:srgbClr val="1D1D1D"/>
          </a:solidFill>
          <a:ln>
            <a:solidFill>
              <a:srgbClr val="1D1D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6810B536-1A41-2FFB-6910-695485EB5874}"/>
              </a:ext>
            </a:extLst>
          </p:cNvPr>
          <p:cNvSpPr/>
          <p:nvPr/>
        </p:nvSpPr>
        <p:spPr>
          <a:xfrm>
            <a:off x="14909800" y="8763000"/>
            <a:ext cx="1346200" cy="228600"/>
          </a:xfrm>
          <a:prstGeom prst="rect">
            <a:avLst/>
          </a:prstGeom>
          <a:solidFill>
            <a:srgbClr val="1D1D1D"/>
          </a:solidFill>
          <a:ln>
            <a:solidFill>
              <a:srgbClr val="1D1D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1D0C778-CB70-2C8F-5C90-A73562BC0EFF}"/>
              </a:ext>
            </a:extLst>
          </p:cNvPr>
          <p:cNvSpPr/>
          <p:nvPr/>
        </p:nvSpPr>
        <p:spPr>
          <a:xfrm>
            <a:off x="14909800" y="8763000"/>
            <a:ext cx="1346200" cy="228600"/>
          </a:xfrm>
          <a:prstGeom prst="rect">
            <a:avLst/>
          </a:prstGeom>
          <a:solidFill>
            <a:srgbClr val="1D1D1D"/>
          </a:solidFill>
          <a:ln>
            <a:solidFill>
              <a:srgbClr val="1D1D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2258D64F-FBC6-536B-7FFF-C7132AC6E1CB}"/>
              </a:ext>
            </a:extLst>
          </p:cNvPr>
          <p:cNvSpPr/>
          <p:nvPr/>
        </p:nvSpPr>
        <p:spPr>
          <a:xfrm>
            <a:off x="14909800" y="8763000"/>
            <a:ext cx="1346200" cy="228600"/>
          </a:xfrm>
          <a:prstGeom prst="rect">
            <a:avLst/>
          </a:prstGeom>
          <a:solidFill>
            <a:srgbClr val="1D1D1D"/>
          </a:solidFill>
          <a:ln>
            <a:solidFill>
              <a:srgbClr val="1D1D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6ABD5C07-B611-F37A-6F54-457A633E0C23}"/>
              </a:ext>
            </a:extLst>
          </p:cNvPr>
          <p:cNvSpPr/>
          <p:nvPr/>
        </p:nvSpPr>
        <p:spPr>
          <a:xfrm>
            <a:off x="14909800" y="8763000"/>
            <a:ext cx="1346200" cy="228600"/>
          </a:xfrm>
          <a:prstGeom prst="rect">
            <a:avLst/>
          </a:prstGeom>
          <a:solidFill>
            <a:srgbClr val="1D1D1D"/>
          </a:solidFill>
          <a:ln>
            <a:solidFill>
              <a:srgbClr val="1D1D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89E5A187-E52F-1514-7970-0EEFC14B8D95}"/>
              </a:ext>
            </a:extLst>
          </p:cNvPr>
          <p:cNvSpPr/>
          <p:nvPr/>
        </p:nvSpPr>
        <p:spPr>
          <a:xfrm>
            <a:off x="14909800" y="8763000"/>
            <a:ext cx="1346200" cy="228600"/>
          </a:xfrm>
          <a:prstGeom prst="rect">
            <a:avLst/>
          </a:prstGeom>
          <a:solidFill>
            <a:srgbClr val="1D1D1D"/>
          </a:solidFill>
          <a:ln>
            <a:solidFill>
              <a:srgbClr val="1D1D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2543875-AC03-95DA-EB11-2D54FB0E64A8}"/>
              </a:ext>
            </a:extLst>
          </p:cNvPr>
          <p:cNvSpPr/>
          <p:nvPr/>
        </p:nvSpPr>
        <p:spPr>
          <a:xfrm>
            <a:off x="14909800" y="8763000"/>
            <a:ext cx="1346200" cy="228600"/>
          </a:xfrm>
          <a:prstGeom prst="rect">
            <a:avLst/>
          </a:prstGeom>
          <a:solidFill>
            <a:srgbClr val="1D1D1D"/>
          </a:solidFill>
          <a:ln>
            <a:solidFill>
              <a:srgbClr val="1D1D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BB46570-B3B1-14A9-8276-4F82E3EE278A}"/>
              </a:ext>
            </a:extLst>
          </p:cNvPr>
          <p:cNvSpPr/>
          <p:nvPr/>
        </p:nvSpPr>
        <p:spPr>
          <a:xfrm>
            <a:off x="14909800" y="8763000"/>
            <a:ext cx="1346200" cy="228600"/>
          </a:xfrm>
          <a:prstGeom prst="rect">
            <a:avLst/>
          </a:prstGeom>
          <a:solidFill>
            <a:srgbClr val="1D1D1D"/>
          </a:solidFill>
          <a:ln>
            <a:solidFill>
              <a:srgbClr val="1D1D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5851393B-A810-5F27-80EE-32EB06BBCC1B}"/>
              </a:ext>
            </a:extLst>
          </p:cNvPr>
          <p:cNvSpPr/>
          <p:nvPr/>
        </p:nvSpPr>
        <p:spPr>
          <a:xfrm>
            <a:off x="14909800" y="8763000"/>
            <a:ext cx="1346200" cy="228600"/>
          </a:xfrm>
          <a:prstGeom prst="rect">
            <a:avLst/>
          </a:prstGeom>
          <a:solidFill>
            <a:srgbClr val="1D1D1D"/>
          </a:solidFill>
          <a:ln>
            <a:solidFill>
              <a:srgbClr val="1D1D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DFCEDEC2-1882-2129-DD9B-D6B6E3171A3D}"/>
              </a:ext>
            </a:extLst>
          </p:cNvPr>
          <p:cNvSpPr/>
          <p:nvPr/>
        </p:nvSpPr>
        <p:spPr>
          <a:xfrm>
            <a:off x="14909800" y="8763000"/>
            <a:ext cx="1346200" cy="228600"/>
          </a:xfrm>
          <a:prstGeom prst="rect">
            <a:avLst/>
          </a:prstGeom>
          <a:solidFill>
            <a:srgbClr val="1D1D1D"/>
          </a:solidFill>
          <a:ln>
            <a:solidFill>
              <a:srgbClr val="1D1D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B6B4BFBC-35C2-4E5D-A77E-A78F4554B407}"/>
              </a:ext>
            </a:extLst>
          </p:cNvPr>
          <p:cNvSpPr/>
          <p:nvPr/>
        </p:nvSpPr>
        <p:spPr>
          <a:xfrm>
            <a:off x="14909800" y="8763000"/>
            <a:ext cx="1346200" cy="228600"/>
          </a:xfrm>
          <a:prstGeom prst="rect">
            <a:avLst/>
          </a:prstGeom>
          <a:solidFill>
            <a:srgbClr val="1D1D1D"/>
          </a:solidFill>
          <a:ln>
            <a:solidFill>
              <a:srgbClr val="1D1D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Personalizar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JONH EDSON RIBEIRO DE CARVALHO</dc:creator>
  <cp:lastModifiedBy>JONH EDSON RIBEIRO DE CARVALHO</cp:lastModifiedBy>
  <cp:revision>2</cp:revision>
  <dcterms:created xsi:type="dcterms:W3CDTF">2006-08-16T00:00:00Z</dcterms:created>
  <dcterms:modified xsi:type="dcterms:W3CDTF">2026-10-07T21:19:57Z</dcterms:modified>
</cp:coreProperties>
</file>