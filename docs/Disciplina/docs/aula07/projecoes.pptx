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4"/>
    <a:srgbClr val="FFFFFF"/>
    <a:srgbClr val="F5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1348" y="2414270"/>
            <a:ext cx="866224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2800" b="0" i="0">
                <a:solidFill>
                  <a:srgbClr val="002454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0093" y="1634492"/>
            <a:ext cx="10214187" cy="384721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0" i="0">
                <a:solidFill>
                  <a:srgbClr val="002454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2454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2454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AB3E6904-EB48-E270-F832-9CB8D96E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8165C9ED-48FB-C97A-A66B-FD11DAB56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093" y="1634492"/>
            <a:ext cx="1021418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FFEC5F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solidFill>
            <a:srgbClr val="F5AC00"/>
          </a:solidFill>
          <a:latin typeface="+mj-lt"/>
          <a:ea typeface="+mj-ea"/>
          <a:cs typeface="+mj-cs"/>
        </a:defRPr>
      </a:lvl1pPr>
    </p:titleStyle>
    <p:bodyStyle>
      <a:lvl1pPr marL="0">
        <a:defRPr>
          <a:solidFill>
            <a:srgbClr val="002454"/>
          </a:solidFill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0" y="1828800"/>
            <a:ext cx="8281245" cy="751488"/>
          </a:xfrm>
          <a:prstGeom prst="rect">
            <a:avLst/>
          </a:prstGeom>
          <a:solidFill>
            <a:srgbClr val="002454"/>
          </a:solidFill>
        </p:spPr>
        <p:txBody>
          <a:bodyPr vert="horz" wrap="square" lIns="0" tIns="12700" rIns="0" bIns="0" rtlCol="0">
            <a:spAutoFit/>
          </a:bodyPr>
          <a:lstStyle/>
          <a:p>
            <a:pPr marL="2288540" marR="5080" indent="-2275840">
              <a:spcBef>
                <a:spcPts val="100"/>
              </a:spcBef>
            </a:pPr>
            <a:r>
              <a:rPr spc="-10" dirty="0" err="1">
                <a:highlight>
                  <a:srgbClr val="002454"/>
                </a:highlight>
              </a:rPr>
              <a:t>Projeções</a:t>
            </a:r>
            <a:endParaRPr spc="-10" dirty="0">
              <a:highlight>
                <a:srgbClr val="002454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45140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599690" algn="l">
              <a:spcBef>
                <a:spcPts val="100"/>
              </a:spcBef>
            </a:pPr>
            <a:r>
              <a:rPr sz="4400" spc="-10" dirty="0"/>
              <a:t>Perspectiva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0188"/>
            <a:ext cx="10896600" cy="1908812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354965" indent="-342265">
              <a:spcBef>
                <a:spcPts val="489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estudo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projetivas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marR="5080" indent="-342900">
              <a:lnSpc>
                <a:spcPct val="899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problema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consiste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projetar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no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30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dimensional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spc="-10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1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dimensional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usando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especial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chamado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centro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11827" y="4338730"/>
            <a:ext cx="2879090" cy="1609725"/>
            <a:chOff x="3487827" y="4338727"/>
            <a:chExt cx="2879090" cy="1609725"/>
          </a:xfrm>
        </p:grpSpPr>
        <p:sp>
          <p:nvSpPr>
            <p:cNvPr id="5" name="object 5"/>
            <p:cNvSpPr/>
            <p:nvPr/>
          </p:nvSpPr>
          <p:spPr>
            <a:xfrm>
              <a:off x="4608830" y="4343400"/>
              <a:ext cx="763270" cy="1600200"/>
            </a:xfrm>
            <a:custGeom>
              <a:avLst/>
              <a:gdLst/>
              <a:ahLst/>
              <a:cxnLst/>
              <a:rect l="l" t="t" r="r" b="b"/>
              <a:pathLst>
                <a:path w="763270" h="1600200">
                  <a:moveTo>
                    <a:pt x="763270" y="438150"/>
                  </a:moveTo>
                  <a:lnTo>
                    <a:pt x="763270" y="1600200"/>
                  </a:lnTo>
                  <a:lnTo>
                    <a:pt x="0" y="1162050"/>
                  </a:lnTo>
                  <a:lnTo>
                    <a:pt x="0" y="0"/>
                  </a:lnTo>
                  <a:lnTo>
                    <a:pt x="763270" y="43815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5620" y="4491990"/>
              <a:ext cx="85089" cy="83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1420" y="5253990"/>
              <a:ext cx="85089" cy="838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92500" y="4549140"/>
              <a:ext cx="2819400" cy="848360"/>
            </a:xfrm>
            <a:custGeom>
              <a:avLst/>
              <a:gdLst/>
              <a:ahLst/>
              <a:cxnLst/>
              <a:rect l="l" t="t" r="r" b="b"/>
              <a:pathLst>
                <a:path w="2819400" h="848360">
                  <a:moveTo>
                    <a:pt x="76200" y="810260"/>
                  </a:moveTo>
                  <a:lnTo>
                    <a:pt x="73101" y="795210"/>
                  </a:lnTo>
                  <a:lnTo>
                    <a:pt x="64770" y="783120"/>
                  </a:lnTo>
                  <a:lnTo>
                    <a:pt x="52616" y="775081"/>
                  </a:lnTo>
                  <a:lnTo>
                    <a:pt x="38100" y="772160"/>
                  </a:lnTo>
                  <a:lnTo>
                    <a:pt x="23037" y="775081"/>
                  </a:lnTo>
                  <a:lnTo>
                    <a:pt x="10947" y="783120"/>
                  </a:lnTo>
                  <a:lnTo>
                    <a:pt x="2908" y="795210"/>
                  </a:lnTo>
                  <a:lnTo>
                    <a:pt x="0" y="810260"/>
                  </a:lnTo>
                  <a:lnTo>
                    <a:pt x="2908" y="824788"/>
                  </a:lnTo>
                  <a:lnTo>
                    <a:pt x="10947" y="836930"/>
                  </a:lnTo>
                  <a:lnTo>
                    <a:pt x="23037" y="845273"/>
                  </a:lnTo>
                  <a:lnTo>
                    <a:pt x="38100" y="848360"/>
                  </a:lnTo>
                  <a:lnTo>
                    <a:pt x="52616" y="845273"/>
                  </a:lnTo>
                  <a:lnTo>
                    <a:pt x="64770" y="836930"/>
                  </a:lnTo>
                  <a:lnTo>
                    <a:pt x="73101" y="824788"/>
                  </a:lnTo>
                  <a:lnTo>
                    <a:pt x="76200" y="810260"/>
                  </a:lnTo>
                  <a:close/>
                </a:path>
                <a:path w="2819400" h="848360">
                  <a:moveTo>
                    <a:pt x="2819400" y="712470"/>
                  </a:moveTo>
                  <a:lnTo>
                    <a:pt x="2179320" y="0"/>
                  </a:lnTo>
                  <a:lnTo>
                    <a:pt x="2159000" y="19050"/>
                  </a:lnTo>
                  <a:lnTo>
                    <a:pt x="2799080" y="731520"/>
                  </a:lnTo>
                  <a:lnTo>
                    <a:pt x="2819400" y="712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2500" y="5321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3930" y="4530090"/>
              <a:ext cx="2357120" cy="847090"/>
            </a:xfrm>
            <a:custGeom>
              <a:avLst/>
              <a:gdLst/>
              <a:ahLst/>
              <a:cxnLst/>
              <a:rect l="l" t="t" r="r" b="b"/>
              <a:pathLst>
                <a:path w="2357120" h="847089">
                  <a:moveTo>
                    <a:pt x="39370" y="836930"/>
                  </a:moveTo>
                  <a:lnTo>
                    <a:pt x="25628" y="836930"/>
                  </a:lnTo>
                  <a:lnTo>
                    <a:pt x="38100" y="831850"/>
                  </a:lnTo>
                  <a:lnTo>
                    <a:pt x="34290" y="822960"/>
                  </a:lnTo>
                  <a:lnTo>
                    <a:pt x="0" y="836930"/>
                  </a:lnTo>
                  <a:lnTo>
                    <a:pt x="1270" y="839901"/>
                  </a:lnTo>
                  <a:lnTo>
                    <a:pt x="1270" y="847090"/>
                  </a:lnTo>
                  <a:lnTo>
                    <a:pt x="39370" y="845820"/>
                  </a:lnTo>
                  <a:lnTo>
                    <a:pt x="39370" y="836930"/>
                  </a:lnTo>
                  <a:close/>
                </a:path>
                <a:path w="2357120" h="847089">
                  <a:moveTo>
                    <a:pt x="100330" y="807720"/>
                  </a:moveTo>
                  <a:lnTo>
                    <a:pt x="96520" y="798830"/>
                  </a:lnTo>
                  <a:lnTo>
                    <a:pt x="60960" y="812800"/>
                  </a:lnTo>
                  <a:lnTo>
                    <a:pt x="64770" y="821690"/>
                  </a:lnTo>
                  <a:lnTo>
                    <a:pt x="100330" y="807720"/>
                  </a:lnTo>
                  <a:close/>
                </a:path>
                <a:path w="2357120" h="847089">
                  <a:moveTo>
                    <a:pt x="105410" y="834390"/>
                  </a:moveTo>
                  <a:lnTo>
                    <a:pt x="67310" y="835660"/>
                  </a:lnTo>
                  <a:lnTo>
                    <a:pt x="67310" y="844550"/>
                  </a:lnTo>
                  <a:lnTo>
                    <a:pt x="105410" y="844550"/>
                  </a:lnTo>
                  <a:lnTo>
                    <a:pt x="105410" y="834390"/>
                  </a:lnTo>
                  <a:close/>
                </a:path>
                <a:path w="2357120" h="847089">
                  <a:moveTo>
                    <a:pt x="161290" y="783590"/>
                  </a:moveTo>
                  <a:lnTo>
                    <a:pt x="157480" y="774700"/>
                  </a:lnTo>
                  <a:lnTo>
                    <a:pt x="123190" y="788670"/>
                  </a:lnTo>
                  <a:lnTo>
                    <a:pt x="125730" y="797560"/>
                  </a:lnTo>
                  <a:lnTo>
                    <a:pt x="161290" y="783590"/>
                  </a:lnTo>
                  <a:close/>
                </a:path>
                <a:path w="2357120" h="847089">
                  <a:moveTo>
                    <a:pt x="171450" y="833120"/>
                  </a:moveTo>
                  <a:lnTo>
                    <a:pt x="133350" y="834390"/>
                  </a:lnTo>
                  <a:lnTo>
                    <a:pt x="133350" y="843280"/>
                  </a:lnTo>
                  <a:lnTo>
                    <a:pt x="171450" y="842010"/>
                  </a:lnTo>
                  <a:lnTo>
                    <a:pt x="171450" y="833120"/>
                  </a:lnTo>
                  <a:close/>
                </a:path>
                <a:path w="2357120" h="847089">
                  <a:moveTo>
                    <a:pt x="223520" y="759460"/>
                  </a:moveTo>
                  <a:lnTo>
                    <a:pt x="219710" y="750570"/>
                  </a:lnTo>
                  <a:lnTo>
                    <a:pt x="184150" y="764540"/>
                  </a:lnTo>
                  <a:lnTo>
                    <a:pt x="187960" y="773430"/>
                  </a:lnTo>
                  <a:lnTo>
                    <a:pt x="223520" y="759460"/>
                  </a:lnTo>
                  <a:close/>
                </a:path>
                <a:path w="2357120" h="847089">
                  <a:moveTo>
                    <a:pt x="237490" y="830580"/>
                  </a:moveTo>
                  <a:lnTo>
                    <a:pt x="199390" y="831850"/>
                  </a:lnTo>
                  <a:lnTo>
                    <a:pt x="200660" y="842010"/>
                  </a:lnTo>
                  <a:lnTo>
                    <a:pt x="237490" y="840740"/>
                  </a:lnTo>
                  <a:lnTo>
                    <a:pt x="237490" y="830580"/>
                  </a:lnTo>
                  <a:close/>
                </a:path>
                <a:path w="2357120" h="847089">
                  <a:moveTo>
                    <a:pt x="284480" y="735330"/>
                  </a:moveTo>
                  <a:lnTo>
                    <a:pt x="281940" y="726440"/>
                  </a:lnTo>
                  <a:lnTo>
                    <a:pt x="246380" y="740410"/>
                  </a:lnTo>
                  <a:lnTo>
                    <a:pt x="250190" y="749300"/>
                  </a:lnTo>
                  <a:lnTo>
                    <a:pt x="284480" y="735330"/>
                  </a:lnTo>
                  <a:close/>
                </a:path>
                <a:path w="2357120" h="847089">
                  <a:moveTo>
                    <a:pt x="303530" y="829310"/>
                  </a:moveTo>
                  <a:lnTo>
                    <a:pt x="265430" y="830580"/>
                  </a:lnTo>
                  <a:lnTo>
                    <a:pt x="266700" y="839470"/>
                  </a:lnTo>
                  <a:lnTo>
                    <a:pt x="303530" y="838200"/>
                  </a:lnTo>
                  <a:lnTo>
                    <a:pt x="303530" y="829310"/>
                  </a:lnTo>
                  <a:close/>
                </a:path>
                <a:path w="2357120" h="847089">
                  <a:moveTo>
                    <a:pt x="346710" y="711200"/>
                  </a:moveTo>
                  <a:lnTo>
                    <a:pt x="342900" y="702310"/>
                  </a:lnTo>
                  <a:lnTo>
                    <a:pt x="307340" y="716280"/>
                  </a:lnTo>
                  <a:lnTo>
                    <a:pt x="311150" y="725170"/>
                  </a:lnTo>
                  <a:lnTo>
                    <a:pt x="346710" y="711200"/>
                  </a:lnTo>
                  <a:close/>
                </a:path>
                <a:path w="2357120" h="847089">
                  <a:moveTo>
                    <a:pt x="370840" y="836930"/>
                  </a:moveTo>
                  <a:lnTo>
                    <a:pt x="369570" y="828040"/>
                  </a:lnTo>
                  <a:lnTo>
                    <a:pt x="332740" y="828040"/>
                  </a:lnTo>
                  <a:lnTo>
                    <a:pt x="332740" y="838200"/>
                  </a:lnTo>
                  <a:lnTo>
                    <a:pt x="370840" y="836930"/>
                  </a:lnTo>
                  <a:close/>
                </a:path>
                <a:path w="2357120" h="847089">
                  <a:moveTo>
                    <a:pt x="407670" y="687082"/>
                  </a:moveTo>
                  <a:lnTo>
                    <a:pt x="405130" y="678180"/>
                  </a:lnTo>
                  <a:lnTo>
                    <a:pt x="369570" y="692150"/>
                  </a:lnTo>
                  <a:lnTo>
                    <a:pt x="373380" y="701040"/>
                  </a:lnTo>
                  <a:lnTo>
                    <a:pt x="407670" y="687082"/>
                  </a:lnTo>
                  <a:close/>
                </a:path>
                <a:path w="2357120" h="847089">
                  <a:moveTo>
                    <a:pt x="436880" y="825500"/>
                  </a:moveTo>
                  <a:lnTo>
                    <a:pt x="398780" y="826770"/>
                  </a:lnTo>
                  <a:lnTo>
                    <a:pt x="398780" y="835660"/>
                  </a:lnTo>
                  <a:lnTo>
                    <a:pt x="436880" y="834390"/>
                  </a:lnTo>
                  <a:lnTo>
                    <a:pt x="436880" y="825500"/>
                  </a:lnTo>
                  <a:close/>
                </a:path>
                <a:path w="2357120" h="847089">
                  <a:moveTo>
                    <a:pt x="469900" y="662940"/>
                  </a:moveTo>
                  <a:lnTo>
                    <a:pt x="466090" y="654050"/>
                  </a:lnTo>
                  <a:lnTo>
                    <a:pt x="431800" y="668032"/>
                  </a:lnTo>
                  <a:lnTo>
                    <a:pt x="434340" y="676910"/>
                  </a:lnTo>
                  <a:lnTo>
                    <a:pt x="469900" y="662940"/>
                  </a:lnTo>
                  <a:close/>
                </a:path>
                <a:path w="2357120" h="847089">
                  <a:moveTo>
                    <a:pt x="502920" y="824230"/>
                  </a:moveTo>
                  <a:lnTo>
                    <a:pt x="464820" y="825500"/>
                  </a:lnTo>
                  <a:lnTo>
                    <a:pt x="464820" y="834390"/>
                  </a:lnTo>
                  <a:lnTo>
                    <a:pt x="502920" y="833120"/>
                  </a:lnTo>
                  <a:lnTo>
                    <a:pt x="502920" y="824230"/>
                  </a:lnTo>
                  <a:close/>
                </a:path>
                <a:path w="2357120" h="847089">
                  <a:moveTo>
                    <a:pt x="530860" y="638810"/>
                  </a:moveTo>
                  <a:lnTo>
                    <a:pt x="528320" y="629920"/>
                  </a:lnTo>
                  <a:lnTo>
                    <a:pt x="492760" y="643890"/>
                  </a:lnTo>
                  <a:lnTo>
                    <a:pt x="496570" y="652780"/>
                  </a:lnTo>
                  <a:lnTo>
                    <a:pt x="530860" y="638810"/>
                  </a:lnTo>
                  <a:close/>
                </a:path>
                <a:path w="2357120" h="847089">
                  <a:moveTo>
                    <a:pt x="568960" y="821690"/>
                  </a:moveTo>
                  <a:lnTo>
                    <a:pt x="530860" y="822960"/>
                  </a:lnTo>
                  <a:lnTo>
                    <a:pt x="530860" y="831850"/>
                  </a:lnTo>
                  <a:lnTo>
                    <a:pt x="568960" y="831850"/>
                  </a:lnTo>
                  <a:lnTo>
                    <a:pt x="568960" y="821690"/>
                  </a:lnTo>
                  <a:close/>
                </a:path>
                <a:path w="2357120" h="847089">
                  <a:moveTo>
                    <a:pt x="593090" y="614680"/>
                  </a:moveTo>
                  <a:lnTo>
                    <a:pt x="589280" y="605790"/>
                  </a:lnTo>
                  <a:lnTo>
                    <a:pt x="553720" y="619760"/>
                  </a:lnTo>
                  <a:lnTo>
                    <a:pt x="557530" y="627380"/>
                  </a:lnTo>
                  <a:lnTo>
                    <a:pt x="593090" y="614680"/>
                  </a:lnTo>
                  <a:close/>
                </a:path>
                <a:path w="2357120" h="847089">
                  <a:moveTo>
                    <a:pt x="635000" y="820420"/>
                  </a:moveTo>
                  <a:lnTo>
                    <a:pt x="596900" y="821690"/>
                  </a:lnTo>
                  <a:lnTo>
                    <a:pt x="598170" y="830580"/>
                  </a:lnTo>
                  <a:lnTo>
                    <a:pt x="635000" y="829310"/>
                  </a:lnTo>
                  <a:lnTo>
                    <a:pt x="635000" y="820420"/>
                  </a:lnTo>
                  <a:close/>
                </a:path>
                <a:path w="2357120" h="847089">
                  <a:moveTo>
                    <a:pt x="655320" y="590550"/>
                  </a:moveTo>
                  <a:lnTo>
                    <a:pt x="651510" y="581660"/>
                  </a:lnTo>
                  <a:lnTo>
                    <a:pt x="615950" y="595630"/>
                  </a:lnTo>
                  <a:lnTo>
                    <a:pt x="619760" y="603250"/>
                  </a:lnTo>
                  <a:lnTo>
                    <a:pt x="655320" y="590550"/>
                  </a:lnTo>
                  <a:close/>
                </a:path>
                <a:path w="2357120" h="847089">
                  <a:moveTo>
                    <a:pt x="701040" y="817880"/>
                  </a:moveTo>
                  <a:lnTo>
                    <a:pt x="662940" y="819150"/>
                  </a:lnTo>
                  <a:lnTo>
                    <a:pt x="664210" y="829310"/>
                  </a:lnTo>
                  <a:lnTo>
                    <a:pt x="701040" y="828040"/>
                  </a:lnTo>
                  <a:lnTo>
                    <a:pt x="701040" y="817880"/>
                  </a:lnTo>
                  <a:close/>
                </a:path>
                <a:path w="2357120" h="847089">
                  <a:moveTo>
                    <a:pt x="716280" y="565150"/>
                  </a:moveTo>
                  <a:lnTo>
                    <a:pt x="713740" y="557530"/>
                  </a:lnTo>
                  <a:lnTo>
                    <a:pt x="678180" y="571500"/>
                  </a:lnTo>
                  <a:lnTo>
                    <a:pt x="680720" y="579120"/>
                  </a:lnTo>
                  <a:lnTo>
                    <a:pt x="716280" y="565150"/>
                  </a:lnTo>
                  <a:close/>
                </a:path>
                <a:path w="2357120" h="847089">
                  <a:moveTo>
                    <a:pt x="768350" y="825500"/>
                  </a:moveTo>
                  <a:lnTo>
                    <a:pt x="767080" y="816610"/>
                  </a:lnTo>
                  <a:lnTo>
                    <a:pt x="730250" y="817880"/>
                  </a:lnTo>
                  <a:lnTo>
                    <a:pt x="730250" y="826770"/>
                  </a:lnTo>
                  <a:lnTo>
                    <a:pt x="768350" y="825500"/>
                  </a:lnTo>
                  <a:close/>
                </a:path>
                <a:path w="2357120" h="847089">
                  <a:moveTo>
                    <a:pt x="778510" y="541020"/>
                  </a:moveTo>
                  <a:lnTo>
                    <a:pt x="774700" y="533400"/>
                  </a:lnTo>
                  <a:lnTo>
                    <a:pt x="739140" y="546100"/>
                  </a:lnTo>
                  <a:lnTo>
                    <a:pt x="742950" y="554990"/>
                  </a:lnTo>
                  <a:lnTo>
                    <a:pt x="778510" y="541020"/>
                  </a:lnTo>
                  <a:close/>
                </a:path>
                <a:path w="2357120" h="847089">
                  <a:moveTo>
                    <a:pt x="834390" y="824230"/>
                  </a:moveTo>
                  <a:lnTo>
                    <a:pt x="833120" y="815340"/>
                  </a:lnTo>
                  <a:lnTo>
                    <a:pt x="796290" y="815340"/>
                  </a:lnTo>
                  <a:lnTo>
                    <a:pt x="796290" y="825500"/>
                  </a:lnTo>
                  <a:lnTo>
                    <a:pt x="834390" y="824230"/>
                  </a:lnTo>
                  <a:close/>
                </a:path>
                <a:path w="2357120" h="847089">
                  <a:moveTo>
                    <a:pt x="839470" y="516890"/>
                  </a:moveTo>
                  <a:lnTo>
                    <a:pt x="835660" y="509270"/>
                  </a:lnTo>
                  <a:lnTo>
                    <a:pt x="801370" y="521970"/>
                  </a:lnTo>
                  <a:lnTo>
                    <a:pt x="805180" y="530860"/>
                  </a:lnTo>
                  <a:lnTo>
                    <a:pt x="839470" y="516890"/>
                  </a:lnTo>
                  <a:close/>
                </a:path>
                <a:path w="2357120" h="847089">
                  <a:moveTo>
                    <a:pt x="900430" y="812800"/>
                  </a:moveTo>
                  <a:lnTo>
                    <a:pt x="862330" y="814070"/>
                  </a:lnTo>
                  <a:lnTo>
                    <a:pt x="862330" y="822960"/>
                  </a:lnTo>
                  <a:lnTo>
                    <a:pt x="900430" y="822960"/>
                  </a:lnTo>
                  <a:lnTo>
                    <a:pt x="900430" y="812800"/>
                  </a:lnTo>
                  <a:close/>
                </a:path>
                <a:path w="2357120" h="847089">
                  <a:moveTo>
                    <a:pt x="901700" y="492760"/>
                  </a:moveTo>
                  <a:lnTo>
                    <a:pt x="897890" y="483870"/>
                  </a:lnTo>
                  <a:lnTo>
                    <a:pt x="862330" y="497840"/>
                  </a:lnTo>
                  <a:lnTo>
                    <a:pt x="866140" y="506730"/>
                  </a:lnTo>
                  <a:lnTo>
                    <a:pt x="901700" y="492760"/>
                  </a:lnTo>
                  <a:close/>
                </a:path>
                <a:path w="2357120" h="847089">
                  <a:moveTo>
                    <a:pt x="962660" y="468630"/>
                  </a:moveTo>
                  <a:lnTo>
                    <a:pt x="960120" y="459740"/>
                  </a:lnTo>
                  <a:lnTo>
                    <a:pt x="924560" y="473710"/>
                  </a:lnTo>
                  <a:lnTo>
                    <a:pt x="927100" y="482600"/>
                  </a:lnTo>
                  <a:lnTo>
                    <a:pt x="962660" y="468630"/>
                  </a:lnTo>
                  <a:close/>
                </a:path>
                <a:path w="2357120" h="847089">
                  <a:moveTo>
                    <a:pt x="966470" y="811530"/>
                  </a:moveTo>
                  <a:lnTo>
                    <a:pt x="928370" y="812800"/>
                  </a:lnTo>
                  <a:lnTo>
                    <a:pt x="928370" y="821690"/>
                  </a:lnTo>
                  <a:lnTo>
                    <a:pt x="966470" y="820420"/>
                  </a:lnTo>
                  <a:lnTo>
                    <a:pt x="966470" y="811530"/>
                  </a:lnTo>
                  <a:close/>
                </a:path>
                <a:path w="2357120" h="847089">
                  <a:moveTo>
                    <a:pt x="1024890" y="444500"/>
                  </a:moveTo>
                  <a:lnTo>
                    <a:pt x="1021080" y="435610"/>
                  </a:lnTo>
                  <a:lnTo>
                    <a:pt x="985520" y="449580"/>
                  </a:lnTo>
                  <a:lnTo>
                    <a:pt x="989330" y="458470"/>
                  </a:lnTo>
                  <a:lnTo>
                    <a:pt x="1024890" y="444500"/>
                  </a:lnTo>
                  <a:close/>
                </a:path>
                <a:path w="2357120" h="847089">
                  <a:moveTo>
                    <a:pt x="1032510" y="808990"/>
                  </a:moveTo>
                  <a:lnTo>
                    <a:pt x="994410" y="810260"/>
                  </a:lnTo>
                  <a:lnTo>
                    <a:pt x="994410" y="820420"/>
                  </a:lnTo>
                  <a:lnTo>
                    <a:pt x="1032510" y="819150"/>
                  </a:lnTo>
                  <a:lnTo>
                    <a:pt x="1032510" y="808990"/>
                  </a:lnTo>
                  <a:close/>
                </a:path>
                <a:path w="2357120" h="847089">
                  <a:moveTo>
                    <a:pt x="1085850" y="420370"/>
                  </a:moveTo>
                  <a:lnTo>
                    <a:pt x="1083310" y="411480"/>
                  </a:lnTo>
                  <a:lnTo>
                    <a:pt x="1047750" y="425450"/>
                  </a:lnTo>
                  <a:lnTo>
                    <a:pt x="1051560" y="434340"/>
                  </a:lnTo>
                  <a:lnTo>
                    <a:pt x="1085850" y="420370"/>
                  </a:lnTo>
                  <a:close/>
                </a:path>
                <a:path w="2357120" h="847089">
                  <a:moveTo>
                    <a:pt x="1098550" y="807720"/>
                  </a:moveTo>
                  <a:lnTo>
                    <a:pt x="1060450" y="808990"/>
                  </a:lnTo>
                  <a:lnTo>
                    <a:pt x="1060450" y="817880"/>
                  </a:lnTo>
                  <a:lnTo>
                    <a:pt x="1098550" y="816610"/>
                  </a:lnTo>
                  <a:lnTo>
                    <a:pt x="1098550" y="807720"/>
                  </a:lnTo>
                  <a:close/>
                </a:path>
                <a:path w="2357120" h="847089">
                  <a:moveTo>
                    <a:pt x="1148080" y="396240"/>
                  </a:moveTo>
                  <a:lnTo>
                    <a:pt x="1144270" y="387350"/>
                  </a:lnTo>
                  <a:lnTo>
                    <a:pt x="1109980" y="401320"/>
                  </a:lnTo>
                  <a:lnTo>
                    <a:pt x="1112520" y="410210"/>
                  </a:lnTo>
                  <a:lnTo>
                    <a:pt x="1148080" y="396240"/>
                  </a:lnTo>
                  <a:close/>
                </a:path>
                <a:path w="2357120" h="847089">
                  <a:moveTo>
                    <a:pt x="1164590" y="806450"/>
                  </a:moveTo>
                  <a:lnTo>
                    <a:pt x="1126490" y="806450"/>
                  </a:lnTo>
                  <a:lnTo>
                    <a:pt x="1126490" y="816610"/>
                  </a:lnTo>
                  <a:lnTo>
                    <a:pt x="1164590" y="815340"/>
                  </a:lnTo>
                  <a:lnTo>
                    <a:pt x="1164590" y="806450"/>
                  </a:lnTo>
                  <a:close/>
                </a:path>
                <a:path w="2357120" h="847089">
                  <a:moveTo>
                    <a:pt x="1209040" y="372110"/>
                  </a:moveTo>
                  <a:lnTo>
                    <a:pt x="1206500" y="363220"/>
                  </a:lnTo>
                  <a:lnTo>
                    <a:pt x="1170940" y="377190"/>
                  </a:lnTo>
                  <a:lnTo>
                    <a:pt x="1174750" y="386080"/>
                  </a:lnTo>
                  <a:lnTo>
                    <a:pt x="1209040" y="372110"/>
                  </a:lnTo>
                  <a:close/>
                </a:path>
                <a:path w="2357120" h="847089">
                  <a:moveTo>
                    <a:pt x="1230630" y="803910"/>
                  </a:moveTo>
                  <a:lnTo>
                    <a:pt x="1192530" y="805180"/>
                  </a:lnTo>
                  <a:lnTo>
                    <a:pt x="1193800" y="814070"/>
                  </a:lnTo>
                  <a:lnTo>
                    <a:pt x="1230630" y="814070"/>
                  </a:lnTo>
                  <a:lnTo>
                    <a:pt x="1230630" y="803910"/>
                  </a:lnTo>
                  <a:close/>
                </a:path>
                <a:path w="2357120" h="847089">
                  <a:moveTo>
                    <a:pt x="1271270" y="347980"/>
                  </a:moveTo>
                  <a:lnTo>
                    <a:pt x="1267460" y="339090"/>
                  </a:lnTo>
                  <a:lnTo>
                    <a:pt x="1233170" y="353060"/>
                  </a:lnTo>
                  <a:lnTo>
                    <a:pt x="1235710" y="361950"/>
                  </a:lnTo>
                  <a:lnTo>
                    <a:pt x="1271270" y="347980"/>
                  </a:lnTo>
                  <a:close/>
                </a:path>
                <a:path w="2357120" h="847089">
                  <a:moveTo>
                    <a:pt x="1297940" y="811530"/>
                  </a:moveTo>
                  <a:lnTo>
                    <a:pt x="1296670" y="802640"/>
                  </a:lnTo>
                  <a:lnTo>
                    <a:pt x="1259840" y="803910"/>
                  </a:lnTo>
                  <a:lnTo>
                    <a:pt x="1259840" y="812800"/>
                  </a:lnTo>
                  <a:lnTo>
                    <a:pt x="1297940" y="811530"/>
                  </a:lnTo>
                  <a:close/>
                </a:path>
                <a:path w="2357120" h="847089">
                  <a:moveTo>
                    <a:pt x="1333500" y="323850"/>
                  </a:moveTo>
                  <a:lnTo>
                    <a:pt x="1329690" y="314960"/>
                  </a:lnTo>
                  <a:lnTo>
                    <a:pt x="1294130" y="328930"/>
                  </a:lnTo>
                  <a:lnTo>
                    <a:pt x="1297940" y="337820"/>
                  </a:lnTo>
                  <a:lnTo>
                    <a:pt x="1333500" y="323850"/>
                  </a:lnTo>
                  <a:close/>
                </a:path>
                <a:path w="2357120" h="847089">
                  <a:moveTo>
                    <a:pt x="1363980" y="810260"/>
                  </a:moveTo>
                  <a:lnTo>
                    <a:pt x="1362710" y="801370"/>
                  </a:lnTo>
                  <a:lnTo>
                    <a:pt x="1325880" y="801370"/>
                  </a:lnTo>
                  <a:lnTo>
                    <a:pt x="1325880" y="810260"/>
                  </a:lnTo>
                  <a:lnTo>
                    <a:pt x="1363980" y="810260"/>
                  </a:lnTo>
                  <a:close/>
                </a:path>
                <a:path w="2357120" h="847089">
                  <a:moveTo>
                    <a:pt x="1394460" y="299720"/>
                  </a:moveTo>
                  <a:lnTo>
                    <a:pt x="1390650" y="290830"/>
                  </a:lnTo>
                  <a:lnTo>
                    <a:pt x="1356360" y="304800"/>
                  </a:lnTo>
                  <a:lnTo>
                    <a:pt x="1358900" y="312420"/>
                  </a:lnTo>
                  <a:lnTo>
                    <a:pt x="1394460" y="299720"/>
                  </a:lnTo>
                  <a:close/>
                </a:path>
                <a:path w="2357120" h="847089">
                  <a:moveTo>
                    <a:pt x="1430020" y="798830"/>
                  </a:moveTo>
                  <a:lnTo>
                    <a:pt x="1391920" y="800100"/>
                  </a:lnTo>
                  <a:lnTo>
                    <a:pt x="1391920" y="808990"/>
                  </a:lnTo>
                  <a:lnTo>
                    <a:pt x="1430020" y="807720"/>
                  </a:lnTo>
                  <a:lnTo>
                    <a:pt x="1430020" y="798830"/>
                  </a:lnTo>
                  <a:close/>
                </a:path>
                <a:path w="2357120" h="847089">
                  <a:moveTo>
                    <a:pt x="1456690" y="275590"/>
                  </a:moveTo>
                  <a:lnTo>
                    <a:pt x="1452880" y="266700"/>
                  </a:lnTo>
                  <a:lnTo>
                    <a:pt x="1417320" y="280670"/>
                  </a:lnTo>
                  <a:lnTo>
                    <a:pt x="1421130" y="288290"/>
                  </a:lnTo>
                  <a:lnTo>
                    <a:pt x="1456690" y="275590"/>
                  </a:lnTo>
                  <a:close/>
                </a:path>
                <a:path w="2357120" h="847089">
                  <a:moveTo>
                    <a:pt x="1496060" y="797560"/>
                  </a:moveTo>
                  <a:lnTo>
                    <a:pt x="1457960" y="797560"/>
                  </a:lnTo>
                  <a:lnTo>
                    <a:pt x="1457960" y="807720"/>
                  </a:lnTo>
                  <a:lnTo>
                    <a:pt x="1496060" y="806450"/>
                  </a:lnTo>
                  <a:lnTo>
                    <a:pt x="1496060" y="797560"/>
                  </a:lnTo>
                  <a:close/>
                </a:path>
                <a:path w="2357120" h="847089">
                  <a:moveTo>
                    <a:pt x="1517650" y="250190"/>
                  </a:moveTo>
                  <a:lnTo>
                    <a:pt x="1513840" y="242570"/>
                  </a:lnTo>
                  <a:lnTo>
                    <a:pt x="1479550" y="256540"/>
                  </a:lnTo>
                  <a:lnTo>
                    <a:pt x="1483360" y="264160"/>
                  </a:lnTo>
                  <a:lnTo>
                    <a:pt x="1517650" y="250190"/>
                  </a:lnTo>
                  <a:close/>
                </a:path>
                <a:path w="2357120" h="847089">
                  <a:moveTo>
                    <a:pt x="1562100" y="795020"/>
                  </a:moveTo>
                  <a:lnTo>
                    <a:pt x="1524000" y="796290"/>
                  </a:lnTo>
                  <a:lnTo>
                    <a:pt x="1524000" y="805180"/>
                  </a:lnTo>
                  <a:lnTo>
                    <a:pt x="1562100" y="805180"/>
                  </a:lnTo>
                  <a:lnTo>
                    <a:pt x="1562100" y="795020"/>
                  </a:lnTo>
                  <a:close/>
                </a:path>
                <a:path w="2357120" h="847089">
                  <a:moveTo>
                    <a:pt x="1579880" y="226060"/>
                  </a:moveTo>
                  <a:lnTo>
                    <a:pt x="1576070" y="218440"/>
                  </a:lnTo>
                  <a:lnTo>
                    <a:pt x="1540510" y="231140"/>
                  </a:lnTo>
                  <a:lnTo>
                    <a:pt x="1544320" y="240030"/>
                  </a:lnTo>
                  <a:lnTo>
                    <a:pt x="1579880" y="226060"/>
                  </a:lnTo>
                  <a:close/>
                </a:path>
                <a:path w="2357120" h="847089">
                  <a:moveTo>
                    <a:pt x="1628140" y="793750"/>
                  </a:moveTo>
                  <a:lnTo>
                    <a:pt x="1590040" y="793750"/>
                  </a:lnTo>
                  <a:lnTo>
                    <a:pt x="1591310" y="803910"/>
                  </a:lnTo>
                  <a:lnTo>
                    <a:pt x="1628140" y="802640"/>
                  </a:lnTo>
                  <a:lnTo>
                    <a:pt x="1628140" y="793750"/>
                  </a:lnTo>
                  <a:close/>
                </a:path>
                <a:path w="2357120" h="847089">
                  <a:moveTo>
                    <a:pt x="1640840" y="201930"/>
                  </a:moveTo>
                  <a:lnTo>
                    <a:pt x="1637030" y="194310"/>
                  </a:lnTo>
                  <a:lnTo>
                    <a:pt x="1602740" y="207010"/>
                  </a:lnTo>
                  <a:lnTo>
                    <a:pt x="1605280" y="215900"/>
                  </a:lnTo>
                  <a:lnTo>
                    <a:pt x="1640840" y="201930"/>
                  </a:lnTo>
                  <a:close/>
                </a:path>
                <a:path w="2357120" h="847089">
                  <a:moveTo>
                    <a:pt x="1695450" y="801370"/>
                  </a:moveTo>
                  <a:lnTo>
                    <a:pt x="1694180" y="791210"/>
                  </a:lnTo>
                  <a:lnTo>
                    <a:pt x="1656080" y="792480"/>
                  </a:lnTo>
                  <a:lnTo>
                    <a:pt x="1657350" y="802640"/>
                  </a:lnTo>
                  <a:lnTo>
                    <a:pt x="1695450" y="801370"/>
                  </a:lnTo>
                  <a:close/>
                </a:path>
                <a:path w="2357120" h="847089">
                  <a:moveTo>
                    <a:pt x="1703070" y="177800"/>
                  </a:moveTo>
                  <a:lnTo>
                    <a:pt x="1699260" y="168910"/>
                  </a:lnTo>
                  <a:lnTo>
                    <a:pt x="1663700" y="182880"/>
                  </a:lnTo>
                  <a:lnTo>
                    <a:pt x="1667510" y="191770"/>
                  </a:lnTo>
                  <a:lnTo>
                    <a:pt x="1703070" y="177800"/>
                  </a:lnTo>
                  <a:close/>
                </a:path>
                <a:path w="2357120" h="847089">
                  <a:moveTo>
                    <a:pt x="1761490" y="798830"/>
                  </a:moveTo>
                  <a:lnTo>
                    <a:pt x="1760220" y="789940"/>
                  </a:lnTo>
                  <a:lnTo>
                    <a:pt x="1723390" y="791210"/>
                  </a:lnTo>
                  <a:lnTo>
                    <a:pt x="1723390" y="800100"/>
                  </a:lnTo>
                  <a:lnTo>
                    <a:pt x="1761490" y="798830"/>
                  </a:lnTo>
                  <a:close/>
                </a:path>
                <a:path w="2357120" h="847089">
                  <a:moveTo>
                    <a:pt x="1764030" y="153670"/>
                  </a:moveTo>
                  <a:lnTo>
                    <a:pt x="1761490" y="144780"/>
                  </a:lnTo>
                  <a:lnTo>
                    <a:pt x="1725930" y="158750"/>
                  </a:lnTo>
                  <a:lnTo>
                    <a:pt x="1729740" y="167640"/>
                  </a:lnTo>
                  <a:lnTo>
                    <a:pt x="1764030" y="153670"/>
                  </a:lnTo>
                  <a:close/>
                </a:path>
                <a:path w="2357120" h="847089">
                  <a:moveTo>
                    <a:pt x="1826260" y="129540"/>
                  </a:moveTo>
                  <a:lnTo>
                    <a:pt x="1822450" y="120650"/>
                  </a:lnTo>
                  <a:lnTo>
                    <a:pt x="1786890" y="134620"/>
                  </a:lnTo>
                  <a:lnTo>
                    <a:pt x="1790700" y="143510"/>
                  </a:lnTo>
                  <a:lnTo>
                    <a:pt x="1826260" y="129540"/>
                  </a:lnTo>
                  <a:close/>
                </a:path>
                <a:path w="2357120" h="847089">
                  <a:moveTo>
                    <a:pt x="1827530" y="788670"/>
                  </a:moveTo>
                  <a:lnTo>
                    <a:pt x="1789430" y="788670"/>
                  </a:lnTo>
                  <a:lnTo>
                    <a:pt x="1789430" y="798830"/>
                  </a:lnTo>
                  <a:lnTo>
                    <a:pt x="1827530" y="797560"/>
                  </a:lnTo>
                  <a:lnTo>
                    <a:pt x="1827530" y="788670"/>
                  </a:lnTo>
                  <a:close/>
                </a:path>
                <a:path w="2357120" h="847089">
                  <a:moveTo>
                    <a:pt x="1887220" y="105410"/>
                  </a:moveTo>
                  <a:lnTo>
                    <a:pt x="1884680" y="96520"/>
                  </a:lnTo>
                  <a:lnTo>
                    <a:pt x="1849120" y="110490"/>
                  </a:lnTo>
                  <a:lnTo>
                    <a:pt x="1852930" y="119380"/>
                  </a:lnTo>
                  <a:lnTo>
                    <a:pt x="1887220" y="105410"/>
                  </a:lnTo>
                  <a:close/>
                </a:path>
                <a:path w="2357120" h="847089">
                  <a:moveTo>
                    <a:pt x="1893570" y="786130"/>
                  </a:moveTo>
                  <a:lnTo>
                    <a:pt x="1855470" y="787400"/>
                  </a:lnTo>
                  <a:lnTo>
                    <a:pt x="1855470" y="796290"/>
                  </a:lnTo>
                  <a:lnTo>
                    <a:pt x="1893570" y="796290"/>
                  </a:lnTo>
                  <a:lnTo>
                    <a:pt x="1893570" y="786130"/>
                  </a:lnTo>
                  <a:close/>
                </a:path>
                <a:path w="2357120" h="847089">
                  <a:moveTo>
                    <a:pt x="1949450" y="81280"/>
                  </a:moveTo>
                  <a:lnTo>
                    <a:pt x="1945640" y="72390"/>
                  </a:lnTo>
                  <a:lnTo>
                    <a:pt x="1911350" y="86360"/>
                  </a:lnTo>
                  <a:lnTo>
                    <a:pt x="1913890" y="95250"/>
                  </a:lnTo>
                  <a:lnTo>
                    <a:pt x="1949450" y="81280"/>
                  </a:lnTo>
                  <a:close/>
                </a:path>
                <a:path w="2357120" h="847089">
                  <a:moveTo>
                    <a:pt x="1959610" y="784860"/>
                  </a:moveTo>
                  <a:lnTo>
                    <a:pt x="1921510" y="786130"/>
                  </a:lnTo>
                  <a:lnTo>
                    <a:pt x="1921510" y="795020"/>
                  </a:lnTo>
                  <a:lnTo>
                    <a:pt x="1959610" y="793750"/>
                  </a:lnTo>
                  <a:lnTo>
                    <a:pt x="1959610" y="784860"/>
                  </a:lnTo>
                  <a:close/>
                </a:path>
                <a:path w="2357120" h="847089">
                  <a:moveTo>
                    <a:pt x="2010410" y="57150"/>
                  </a:moveTo>
                  <a:lnTo>
                    <a:pt x="2007870" y="48260"/>
                  </a:lnTo>
                  <a:lnTo>
                    <a:pt x="1972310" y="62230"/>
                  </a:lnTo>
                  <a:lnTo>
                    <a:pt x="1976120" y="71120"/>
                  </a:lnTo>
                  <a:lnTo>
                    <a:pt x="2010410" y="57150"/>
                  </a:lnTo>
                  <a:close/>
                </a:path>
                <a:path w="2357120" h="847089">
                  <a:moveTo>
                    <a:pt x="2025650" y="782320"/>
                  </a:moveTo>
                  <a:lnTo>
                    <a:pt x="1987550" y="783590"/>
                  </a:lnTo>
                  <a:lnTo>
                    <a:pt x="1987550" y="793750"/>
                  </a:lnTo>
                  <a:lnTo>
                    <a:pt x="2025650" y="792480"/>
                  </a:lnTo>
                  <a:lnTo>
                    <a:pt x="2025650" y="782320"/>
                  </a:lnTo>
                  <a:close/>
                </a:path>
                <a:path w="2357120" h="847089">
                  <a:moveTo>
                    <a:pt x="2072640" y="33020"/>
                  </a:moveTo>
                  <a:lnTo>
                    <a:pt x="2068830" y="24130"/>
                  </a:lnTo>
                  <a:lnTo>
                    <a:pt x="2034540" y="38100"/>
                  </a:lnTo>
                  <a:lnTo>
                    <a:pt x="2037080" y="46990"/>
                  </a:lnTo>
                  <a:lnTo>
                    <a:pt x="2072640" y="33020"/>
                  </a:lnTo>
                  <a:close/>
                </a:path>
                <a:path w="2357120" h="847089">
                  <a:moveTo>
                    <a:pt x="2091690" y="781050"/>
                  </a:moveTo>
                  <a:lnTo>
                    <a:pt x="2053590" y="782320"/>
                  </a:lnTo>
                  <a:lnTo>
                    <a:pt x="2053590" y="791210"/>
                  </a:lnTo>
                  <a:lnTo>
                    <a:pt x="2091690" y="789940"/>
                  </a:lnTo>
                  <a:lnTo>
                    <a:pt x="2091690" y="781050"/>
                  </a:lnTo>
                  <a:close/>
                </a:path>
                <a:path w="2357120" h="847089">
                  <a:moveTo>
                    <a:pt x="2134870" y="8890"/>
                  </a:moveTo>
                  <a:lnTo>
                    <a:pt x="2131060" y="0"/>
                  </a:lnTo>
                  <a:lnTo>
                    <a:pt x="2095500" y="13970"/>
                  </a:lnTo>
                  <a:lnTo>
                    <a:pt x="2099310" y="22860"/>
                  </a:lnTo>
                  <a:lnTo>
                    <a:pt x="2134870" y="8890"/>
                  </a:lnTo>
                  <a:close/>
                </a:path>
                <a:path w="2357120" h="847089">
                  <a:moveTo>
                    <a:pt x="2157730" y="779780"/>
                  </a:moveTo>
                  <a:lnTo>
                    <a:pt x="2119630" y="779780"/>
                  </a:lnTo>
                  <a:lnTo>
                    <a:pt x="2120900" y="789940"/>
                  </a:lnTo>
                  <a:lnTo>
                    <a:pt x="2157730" y="788670"/>
                  </a:lnTo>
                  <a:lnTo>
                    <a:pt x="2157730" y="779780"/>
                  </a:lnTo>
                  <a:close/>
                </a:path>
                <a:path w="2357120" h="847089">
                  <a:moveTo>
                    <a:pt x="2223770" y="777240"/>
                  </a:moveTo>
                  <a:lnTo>
                    <a:pt x="2185670" y="778510"/>
                  </a:lnTo>
                  <a:lnTo>
                    <a:pt x="2186940" y="787400"/>
                  </a:lnTo>
                  <a:lnTo>
                    <a:pt x="2223770" y="786130"/>
                  </a:lnTo>
                  <a:lnTo>
                    <a:pt x="2223770" y="777240"/>
                  </a:lnTo>
                  <a:close/>
                </a:path>
                <a:path w="2357120" h="847089">
                  <a:moveTo>
                    <a:pt x="2291080" y="784860"/>
                  </a:moveTo>
                  <a:lnTo>
                    <a:pt x="2289810" y="775970"/>
                  </a:lnTo>
                  <a:lnTo>
                    <a:pt x="2252980" y="777240"/>
                  </a:lnTo>
                  <a:lnTo>
                    <a:pt x="2252980" y="786130"/>
                  </a:lnTo>
                  <a:lnTo>
                    <a:pt x="2291080" y="784860"/>
                  </a:lnTo>
                  <a:close/>
                </a:path>
                <a:path w="2357120" h="847089">
                  <a:moveTo>
                    <a:pt x="2357120" y="773430"/>
                  </a:moveTo>
                  <a:lnTo>
                    <a:pt x="2319020" y="774700"/>
                  </a:lnTo>
                  <a:lnTo>
                    <a:pt x="2319020" y="784860"/>
                  </a:lnTo>
                  <a:lnTo>
                    <a:pt x="2357120" y="783590"/>
                  </a:lnTo>
                  <a:lnTo>
                    <a:pt x="2357120" y="773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58690" y="4820920"/>
              <a:ext cx="1565910" cy="542290"/>
            </a:xfrm>
            <a:custGeom>
              <a:avLst/>
              <a:gdLst/>
              <a:ahLst/>
              <a:cxnLst/>
              <a:rect l="l" t="t" r="r" b="b"/>
              <a:pathLst>
                <a:path w="1565910" h="542289">
                  <a:moveTo>
                    <a:pt x="236220" y="491490"/>
                  </a:moveTo>
                  <a:lnTo>
                    <a:pt x="217170" y="464820"/>
                  </a:lnTo>
                  <a:lnTo>
                    <a:pt x="213360" y="462280"/>
                  </a:lnTo>
                  <a:lnTo>
                    <a:pt x="201930" y="458470"/>
                  </a:lnTo>
                  <a:lnTo>
                    <a:pt x="196850" y="457200"/>
                  </a:lnTo>
                  <a:lnTo>
                    <a:pt x="194729" y="457200"/>
                  </a:lnTo>
                  <a:lnTo>
                    <a:pt x="67945" y="76835"/>
                  </a:lnTo>
                  <a:lnTo>
                    <a:pt x="76200" y="68580"/>
                  </a:lnTo>
                  <a:lnTo>
                    <a:pt x="77470" y="66040"/>
                  </a:lnTo>
                  <a:lnTo>
                    <a:pt x="80010" y="62230"/>
                  </a:lnTo>
                  <a:lnTo>
                    <a:pt x="83820" y="50800"/>
                  </a:lnTo>
                  <a:lnTo>
                    <a:pt x="83820" y="34290"/>
                  </a:lnTo>
                  <a:lnTo>
                    <a:pt x="64770" y="7620"/>
                  </a:lnTo>
                  <a:lnTo>
                    <a:pt x="60960" y="5080"/>
                  </a:lnTo>
                  <a:lnTo>
                    <a:pt x="45720" y="0"/>
                  </a:lnTo>
                  <a:lnTo>
                    <a:pt x="36830" y="0"/>
                  </a:lnTo>
                  <a:lnTo>
                    <a:pt x="29210" y="2540"/>
                  </a:lnTo>
                  <a:lnTo>
                    <a:pt x="24130" y="3810"/>
                  </a:lnTo>
                  <a:lnTo>
                    <a:pt x="16510" y="8890"/>
                  </a:lnTo>
                  <a:lnTo>
                    <a:pt x="11430" y="13970"/>
                  </a:lnTo>
                  <a:lnTo>
                    <a:pt x="7620" y="16510"/>
                  </a:lnTo>
                  <a:lnTo>
                    <a:pt x="6350" y="20320"/>
                  </a:lnTo>
                  <a:lnTo>
                    <a:pt x="3810" y="24130"/>
                  </a:lnTo>
                  <a:lnTo>
                    <a:pt x="0" y="35560"/>
                  </a:lnTo>
                  <a:lnTo>
                    <a:pt x="0" y="52070"/>
                  </a:lnTo>
                  <a:lnTo>
                    <a:pt x="1270" y="55880"/>
                  </a:lnTo>
                  <a:lnTo>
                    <a:pt x="2540" y="60960"/>
                  </a:lnTo>
                  <a:lnTo>
                    <a:pt x="5080" y="64770"/>
                  </a:lnTo>
                  <a:lnTo>
                    <a:pt x="7620" y="67310"/>
                  </a:lnTo>
                  <a:lnTo>
                    <a:pt x="10160" y="71120"/>
                  </a:lnTo>
                  <a:lnTo>
                    <a:pt x="16510" y="77470"/>
                  </a:lnTo>
                  <a:lnTo>
                    <a:pt x="19050" y="78740"/>
                  </a:lnTo>
                  <a:lnTo>
                    <a:pt x="22860" y="81280"/>
                  </a:lnTo>
                  <a:lnTo>
                    <a:pt x="34290" y="85090"/>
                  </a:lnTo>
                  <a:lnTo>
                    <a:pt x="41059" y="85090"/>
                  </a:lnTo>
                  <a:lnTo>
                    <a:pt x="168275" y="466725"/>
                  </a:lnTo>
                  <a:lnTo>
                    <a:pt x="163830" y="471170"/>
                  </a:lnTo>
                  <a:lnTo>
                    <a:pt x="160020" y="473710"/>
                  </a:lnTo>
                  <a:lnTo>
                    <a:pt x="158750" y="477520"/>
                  </a:lnTo>
                  <a:lnTo>
                    <a:pt x="156210" y="481330"/>
                  </a:lnTo>
                  <a:lnTo>
                    <a:pt x="151130" y="496570"/>
                  </a:lnTo>
                  <a:lnTo>
                    <a:pt x="151130" y="505460"/>
                  </a:lnTo>
                  <a:lnTo>
                    <a:pt x="153670" y="513080"/>
                  </a:lnTo>
                  <a:lnTo>
                    <a:pt x="154940" y="518160"/>
                  </a:lnTo>
                  <a:lnTo>
                    <a:pt x="157480" y="521970"/>
                  </a:lnTo>
                  <a:lnTo>
                    <a:pt x="160020" y="524510"/>
                  </a:lnTo>
                  <a:lnTo>
                    <a:pt x="162560" y="528320"/>
                  </a:lnTo>
                  <a:lnTo>
                    <a:pt x="165100" y="530860"/>
                  </a:lnTo>
                  <a:lnTo>
                    <a:pt x="167640" y="534670"/>
                  </a:lnTo>
                  <a:lnTo>
                    <a:pt x="171450" y="535940"/>
                  </a:lnTo>
                  <a:lnTo>
                    <a:pt x="175260" y="538480"/>
                  </a:lnTo>
                  <a:lnTo>
                    <a:pt x="186690" y="542290"/>
                  </a:lnTo>
                  <a:lnTo>
                    <a:pt x="203200" y="542290"/>
                  </a:lnTo>
                  <a:lnTo>
                    <a:pt x="207010" y="541020"/>
                  </a:lnTo>
                  <a:lnTo>
                    <a:pt x="212090" y="539750"/>
                  </a:lnTo>
                  <a:lnTo>
                    <a:pt x="215900" y="537210"/>
                  </a:lnTo>
                  <a:lnTo>
                    <a:pt x="218440" y="534670"/>
                  </a:lnTo>
                  <a:lnTo>
                    <a:pt x="222250" y="532130"/>
                  </a:lnTo>
                  <a:lnTo>
                    <a:pt x="228600" y="525780"/>
                  </a:lnTo>
                  <a:lnTo>
                    <a:pt x="229870" y="523240"/>
                  </a:lnTo>
                  <a:lnTo>
                    <a:pt x="232410" y="519430"/>
                  </a:lnTo>
                  <a:lnTo>
                    <a:pt x="236220" y="508000"/>
                  </a:lnTo>
                  <a:lnTo>
                    <a:pt x="236220" y="491490"/>
                  </a:lnTo>
                  <a:close/>
                </a:path>
                <a:path w="1565910" h="542289">
                  <a:moveTo>
                    <a:pt x="1102360" y="482600"/>
                  </a:moveTo>
                  <a:lnTo>
                    <a:pt x="1064260" y="483870"/>
                  </a:lnTo>
                  <a:lnTo>
                    <a:pt x="1064260" y="494030"/>
                  </a:lnTo>
                  <a:lnTo>
                    <a:pt x="1102360" y="492760"/>
                  </a:lnTo>
                  <a:lnTo>
                    <a:pt x="1102360" y="482600"/>
                  </a:lnTo>
                  <a:close/>
                </a:path>
                <a:path w="1565910" h="542289">
                  <a:moveTo>
                    <a:pt x="1168400" y="481330"/>
                  </a:moveTo>
                  <a:lnTo>
                    <a:pt x="1130300" y="482600"/>
                  </a:lnTo>
                  <a:lnTo>
                    <a:pt x="1130300" y="491490"/>
                  </a:lnTo>
                  <a:lnTo>
                    <a:pt x="1168400" y="490220"/>
                  </a:lnTo>
                  <a:lnTo>
                    <a:pt x="1168400" y="481330"/>
                  </a:lnTo>
                  <a:close/>
                </a:path>
                <a:path w="1565910" h="542289">
                  <a:moveTo>
                    <a:pt x="1234440" y="478790"/>
                  </a:moveTo>
                  <a:lnTo>
                    <a:pt x="1196340" y="480060"/>
                  </a:lnTo>
                  <a:lnTo>
                    <a:pt x="1196340" y="490220"/>
                  </a:lnTo>
                  <a:lnTo>
                    <a:pt x="1234440" y="488950"/>
                  </a:lnTo>
                  <a:lnTo>
                    <a:pt x="1234440" y="478790"/>
                  </a:lnTo>
                  <a:close/>
                </a:path>
                <a:path w="1565910" h="542289">
                  <a:moveTo>
                    <a:pt x="1300480" y="477520"/>
                  </a:moveTo>
                  <a:lnTo>
                    <a:pt x="1262380" y="478790"/>
                  </a:lnTo>
                  <a:lnTo>
                    <a:pt x="1263650" y="487680"/>
                  </a:lnTo>
                  <a:lnTo>
                    <a:pt x="1300480" y="486410"/>
                  </a:lnTo>
                  <a:lnTo>
                    <a:pt x="1300480" y="477520"/>
                  </a:lnTo>
                  <a:close/>
                </a:path>
                <a:path w="1565910" h="542289">
                  <a:moveTo>
                    <a:pt x="1366520" y="476250"/>
                  </a:moveTo>
                  <a:lnTo>
                    <a:pt x="1328420" y="476250"/>
                  </a:lnTo>
                  <a:lnTo>
                    <a:pt x="1329690" y="486410"/>
                  </a:lnTo>
                  <a:lnTo>
                    <a:pt x="1366520" y="485140"/>
                  </a:lnTo>
                  <a:lnTo>
                    <a:pt x="1366520" y="476250"/>
                  </a:lnTo>
                  <a:close/>
                </a:path>
                <a:path w="1565910" h="542289">
                  <a:moveTo>
                    <a:pt x="1433830" y="483870"/>
                  </a:moveTo>
                  <a:lnTo>
                    <a:pt x="1432560" y="473710"/>
                  </a:lnTo>
                  <a:lnTo>
                    <a:pt x="1395730" y="474980"/>
                  </a:lnTo>
                  <a:lnTo>
                    <a:pt x="1395730" y="483870"/>
                  </a:lnTo>
                  <a:lnTo>
                    <a:pt x="1433830" y="483870"/>
                  </a:lnTo>
                  <a:close/>
                </a:path>
                <a:path w="1565910" h="542289">
                  <a:moveTo>
                    <a:pt x="1499870" y="481330"/>
                  </a:moveTo>
                  <a:lnTo>
                    <a:pt x="1498600" y="472440"/>
                  </a:lnTo>
                  <a:lnTo>
                    <a:pt x="1461770" y="473710"/>
                  </a:lnTo>
                  <a:lnTo>
                    <a:pt x="1461770" y="482600"/>
                  </a:lnTo>
                  <a:lnTo>
                    <a:pt x="1499870" y="481330"/>
                  </a:lnTo>
                  <a:close/>
                </a:path>
                <a:path w="1565910" h="542289">
                  <a:moveTo>
                    <a:pt x="1565910" y="469900"/>
                  </a:moveTo>
                  <a:lnTo>
                    <a:pt x="1527810" y="471170"/>
                  </a:lnTo>
                  <a:lnTo>
                    <a:pt x="1527810" y="481330"/>
                  </a:lnTo>
                  <a:lnTo>
                    <a:pt x="1565910" y="480060"/>
                  </a:lnTo>
                  <a:lnTo>
                    <a:pt x="1565910" y="46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97682" y="5441950"/>
            <a:ext cx="1094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Centro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de </a:t>
            </a:r>
            <a:r>
              <a:rPr b="1" spc="-10" dirty="0">
                <a:latin typeface="Arial"/>
                <a:cs typeface="Arial"/>
              </a:rPr>
              <a:t>Projeção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162685" algn="l">
              <a:spcBef>
                <a:spcPts val="100"/>
              </a:spcBef>
            </a:pPr>
            <a:r>
              <a:rPr sz="4400" dirty="0" err="1"/>
              <a:t>Transformações</a:t>
            </a:r>
            <a:r>
              <a:rPr spc="-145" dirty="0"/>
              <a:t> </a:t>
            </a:r>
            <a:r>
              <a:rPr lang="pt-BR" sz="4400" spc="-145" dirty="0"/>
              <a:t>Projetivas</a:t>
            </a:r>
            <a:endParaRPr sz="44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611629"/>
            <a:ext cx="110489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projetivas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transformam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retas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retas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mas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preservam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combinações 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afim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97230" y="3429000"/>
            <a:ext cx="4132579" cy="2743200"/>
            <a:chOff x="973227" y="3429000"/>
            <a:chExt cx="4132579" cy="2743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8490" y="3920490"/>
              <a:ext cx="83820" cy="850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7290" y="5292089"/>
              <a:ext cx="83820" cy="850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7900" y="3971289"/>
              <a:ext cx="4032250" cy="1464310"/>
            </a:xfrm>
            <a:custGeom>
              <a:avLst/>
              <a:gdLst/>
              <a:ahLst/>
              <a:cxnLst/>
              <a:rect l="l" t="t" r="r" b="b"/>
              <a:pathLst>
                <a:path w="4032250" h="1464310">
                  <a:moveTo>
                    <a:pt x="76200" y="1426210"/>
                  </a:moveTo>
                  <a:lnTo>
                    <a:pt x="73101" y="1411693"/>
                  </a:lnTo>
                  <a:lnTo>
                    <a:pt x="64770" y="1399540"/>
                  </a:lnTo>
                  <a:lnTo>
                    <a:pt x="52616" y="1391208"/>
                  </a:lnTo>
                  <a:lnTo>
                    <a:pt x="38100" y="1388110"/>
                  </a:lnTo>
                  <a:lnTo>
                    <a:pt x="23037" y="1391208"/>
                  </a:lnTo>
                  <a:lnTo>
                    <a:pt x="10947" y="1399540"/>
                  </a:lnTo>
                  <a:lnTo>
                    <a:pt x="2908" y="1411693"/>
                  </a:lnTo>
                  <a:lnTo>
                    <a:pt x="0" y="1426210"/>
                  </a:lnTo>
                  <a:lnTo>
                    <a:pt x="2908" y="1440738"/>
                  </a:lnTo>
                  <a:lnTo>
                    <a:pt x="10947" y="1452880"/>
                  </a:lnTo>
                  <a:lnTo>
                    <a:pt x="23037" y="1461223"/>
                  </a:lnTo>
                  <a:lnTo>
                    <a:pt x="38100" y="1464310"/>
                  </a:lnTo>
                  <a:lnTo>
                    <a:pt x="52616" y="1461223"/>
                  </a:lnTo>
                  <a:lnTo>
                    <a:pt x="64770" y="1452880"/>
                  </a:lnTo>
                  <a:lnTo>
                    <a:pt x="73101" y="1440738"/>
                  </a:lnTo>
                  <a:lnTo>
                    <a:pt x="76200" y="1426210"/>
                  </a:lnTo>
                  <a:close/>
                </a:path>
                <a:path w="4032250" h="1464310">
                  <a:moveTo>
                    <a:pt x="4032250" y="1330960"/>
                  </a:moveTo>
                  <a:lnTo>
                    <a:pt x="2258060" y="0"/>
                  </a:lnTo>
                  <a:lnTo>
                    <a:pt x="2241550" y="22860"/>
                  </a:lnTo>
                  <a:lnTo>
                    <a:pt x="4015740" y="1353820"/>
                  </a:lnTo>
                  <a:lnTo>
                    <a:pt x="4032250" y="1330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7900" y="5359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30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69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8060" y="3968749"/>
              <a:ext cx="2198370" cy="1445260"/>
            </a:xfrm>
            <a:custGeom>
              <a:avLst/>
              <a:gdLst/>
              <a:ahLst/>
              <a:cxnLst/>
              <a:rect l="l" t="t" r="r" b="b"/>
              <a:pathLst>
                <a:path w="2198370" h="1445260">
                  <a:moveTo>
                    <a:pt x="40640" y="1435100"/>
                  </a:moveTo>
                  <a:lnTo>
                    <a:pt x="18948" y="1435823"/>
                  </a:lnTo>
                  <a:lnTo>
                    <a:pt x="36830" y="1423670"/>
                  </a:lnTo>
                  <a:lnTo>
                    <a:pt x="31750" y="1416050"/>
                  </a:lnTo>
                  <a:lnTo>
                    <a:pt x="0" y="1437640"/>
                  </a:lnTo>
                  <a:lnTo>
                    <a:pt x="2540" y="1441450"/>
                  </a:lnTo>
                  <a:lnTo>
                    <a:pt x="2540" y="1445260"/>
                  </a:lnTo>
                  <a:lnTo>
                    <a:pt x="5080" y="1445260"/>
                  </a:lnTo>
                  <a:lnTo>
                    <a:pt x="40640" y="1445260"/>
                  </a:lnTo>
                  <a:lnTo>
                    <a:pt x="40640" y="1435100"/>
                  </a:lnTo>
                  <a:close/>
                </a:path>
                <a:path w="2198370" h="1445260">
                  <a:moveTo>
                    <a:pt x="92710" y="1388110"/>
                  </a:moveTo>
                  <a:lnTo>
                    <a:pt x="87630" y="1380490"/>
                  </a:lnTo>
                  <a:lnTo>
                    <a:pt x="55880" y="1400810"/>
                  </a:lnTo>
                  <a:lnTo>
                    <a:pt x="60960" y="1408430"/>
                  </a:lnTo>
                  <a:lnTo>
                    <a:pt x="92710" y="1388110"/>
                  </a:lnTo>
                  <a:close/>
                </a:path>
                <a:path w="2198370" h="1445260">
                  <a:moveTo>
                    <a:pt x="106680" y="1435100"/>
                  </a:moveTo>
                  <a:lnTo>
                    <a:pt x="68580" y="1435100"/>
                  </a:lnTo>
                  <a:lnTo>
                    <a:pt x="68580" y="1443990"/>
                  </a:lnTo>
                  <a:lnTo>
                    <a:pt x="106680" y="1443990"/>
                  </a:lnTo>
                  <a:lnTo>
                    <a:pt x="106680" y="1435100"/>
                  </a:lnTo>
                  <a:close/>
                </a:path>
                <a:path w="2198370" h="1445260">
                  <a:moveTo>
                    <a:pt x="147320" y="1351280"/>
                  </a:moveTo>
                  <a:lnTo>
                    <a:pt x="142240" y="1343660"/>
                  </a:lnTo>
                  <a:lnTo>
                    <a:pt x="110490" y="1363980"/>
                  </a:lnTo>
                  <a:lnTo>
                    <a:pt x="115570" y="1371600"/>
                  </a:lnTo>
                  <a:lnTo>
                    <a:pt x="147320" y="1351280"/>
                  </a:lnTo>
                  <a:close/>
                </a:path>
                <a:path w="2198370" h="1445260">
                  <a:moveTo>
                    <a:pt x="172720" y="1432560"/>
                  </a:moveTo>
                  <a:lnTo>
                    <a:pt x="134620" y="1433830"/>
                  </a:lnTo>
                  <a:lnTo>
                    <a:pt x="134620" y="1442720"/>
                  </a:lnTo>
                  <a:lnTo>
                    <a:pt x="172720" y="1442720"/>
                  </a:lnTo>
                  <a:lnTo>
                    <a:pt x="172720" y="1432560"/>
                  </a:lnTo>
                  <a:close/>
                </a:path>
                <a:path w="2198370" h="1445260">
                  <a:moveTo>
                    <a:pt x="203200" y="1315720"/>
                  </a:moveTo>
                  <a:lnTo>
                    <a:pt x="198120" y="1306830"/>
                  </a:lnTo>
                  <a:lnTo>
                    <a:pt x="166370" y="1328420"/>
                  </a:lnTo>
                  <a:lnTo>
                    <a:pt x="171450" y="1336040"/>
                  </a:lnTo>
                  <a:lnTo>
                    <a:pt x="203200" y="1315720"/>
                  </a:lnTo>
                  <a:close/>
                </a:path>
                <a:path w="2198370" h="1445260">
                  <a:moveTo>
                    <a:pt x="238760" y="1432560"/>
                  </a:moveTo>
                  <a:lnTo>
                    <a:pt x="201930" y="1432560"/>
                  </a:lnTo>
                  <a:lnTo>
                    <a:pt x="201930" y="1441450"/>
                  </a:lnTo>
                  <a:lnTo>
                    <a:pt x="238760" y="1441450"/>
                  </a:lnTo>
                  <a:lnTo>
                    <a:pt x="238760" y="1432560"/>
                  </a:lnTo>
                  <a:close/>
                </a:path>
                <a:path w="2198370" h="1445260">
                  <a:moveTo>
                    <a:pt x="259080" y="1278890"/>
                  </a:moveTo>
                  <a:lnTo>
                    <a:pt x="252730" y="1271270"/>
                  </a:lnTo>
                  <a:lnTo>
                    <a:pt x="222250" y="1291590"/>
                  </a:lnTo>
                  <a:lnTo>
                    <a:pt x="227330" y="1300480"/>
                  </a:lnTo>
                  <a:lnTo>
                    <a:pt x="259080" y="1278890"/>
                  </a:lnTo>
                  <a:close/>
                </a:path>
                <a:path w="2198370" h="1445260">
                  <a:moveTo>
                    <a:pt x="304800" y="1430020"/>
                  </a:moveTo>
                  <a:lnTo>
                    <a:pt x="267970" y="1431290"/>
                  </a:lnTo>
                  <a:lnTo>
                    <a:pt x="267970" y="1440180"/>
                  </a:lnTo>
                  <a:lnTo>
                    <a:pt x="304800" y="1440180"/>
                  </a:lnTo>
                  <a:lnTo>
                    <a:pt x="304800" y="1430020"/>
                  </a:lnTo>
                  <a:close/>
                </a:path>
                <a:path w="2198370" h="1445260">
                  <a:moveTo>
                    <a:pt x="313690" y="1242072"/>
                  </a:moveTo>
                  <a:lnTo>
                    <a:pt x="308610" y="1234440"/>
                  </a:lnTo>
                  <a:lnTo>
                    <a:pt x="276860" y="1256030"/>
                  </a:lnTo>
                  <a:lnTo>
                    <a:pt x="281940" y="1263650"/>
                  </a:lnTo>
                  <a:lnTo>
                    <a:pt x="313690" y="1242072"/>
                  </a:lnTo>
                  <a:close/>
                </a:path>
                <a:path w="2198370" h="1445260">
                  <a:moveTo>
                    <a:pt x="369570" y="1206500"/>
                  </a:moveTo>
                  <a:lnTo>
                    <a:pt x="364490" y="1198880"/>
                  </a:lnTo>
                  <a:lnTo>
                    <a:pt x="332740" y="1219200"/>
                  </a:lnTo>
                  <a:lnTo>
                    <a:pt x="337820" y="1226820"/>
                  </a:lnTo>
                  <a:lnTo>
                    <a:pt x="369570" y="1206500"/>
                  </a:lnTo>
                  <a:close/>
                </a:path>
                <a:path w="2198370" h="1445260">
                  <a:moveTo>
                    <a:pt x="372110" y="1430020"/>
                  </a:moveTo>
                  <a:lnTo>
                    <a:pt x="334010" y="1430020"/>
                  </a:lnTo>
                  <a:lnTo>
                    <a:pt x="334010" y="1438910"/>
                  </a:lnTo>
                  <a:lnTo>
                    <a:pt x="372110" y="1438910"/>
                  </a:lnTo>
                  <a:lnTo>
                    <a:pt x="372110" y="1430020"/>
                  </a:lnTo>
                  <a:close/>
                </a:path>
                <a:path w="2198370" h="1445260">
                  <a:moveTo>
                    <a:pt x="424180" y="1169670"/>
                  </a:moveTo>
                  <a:lnTo>
                    <a:pt x="419100" y="1162050"/>
                  </a:lnTo>
                  <a:lnTo>
                    <a:pt x="387350" y="1182370"/>
                  </a:lnTo>
                  <a:lnTo>
                    <a:pt x="393700" y="1191260"/>
                  </a:lnTo>
                  <a:lnTo>
                    <a:pt x="424180" y="1169670"/>
                  </a:lnTo>
                  <a:close/>
                </a:path>
                <a:path w="2198370" h="1445260">
                  <a:moveTo>
                    <a:pt x="438150" y="1428750"/>
                  </a:moveTo>
                  <a:lnTo>
                    <a:pt x="400050" y="1428750"/>
                  </a:lnTo>
                  <a:lnTo>
                    <a:pt x="400050" y="1438910"/>
                  </a:lnTo>
                  <a:lnTo>
                    <a:pt x="438150" y="1437640"/>
                  </a:lnTo>
                  <a:lnTo>
                    <a:pt x="438150" y="1428750"/>
                  </a:lnTo>
                  <a:close/>
                </a:path>
                <a:path w="2198370" h="1445260">
                  <a:moveTo>
                    <a:pt x="480060" y="1134110"/>
                  </a:moveTo>
                  <a:lnTo>
                    <a:pt x="474980" y="1126490"/>
                  </a:lnTo>
                  <a:lnTo>
                    <a:pt x="443230" y="1146810"/>
                  </a:lnTo>
                  <a:lnTo>
                    <a:pt x="448310" y="1154430"/>
                  </a:lnTo>
                  <a:lnTo>
                    <a:pt x="480060" y="1134110"/>
                  </a:lnTo>
                  <a:close/>
                </a:path>
                <a:path w="2198370" h="1445260">
                  <a:moveTo>
                    <a:pt x="504190" y="1427480"/>
                  </a:moveTo>
                  <a:lnTo>
                    <a:pt x="466090" y="1427480"/>
                  </a:lnTo>
                  <a:lnTo>
                    <a:pt x="466090" y="1437640"/>
                  </a:lnTo>
                  <a:lnTo>
                    <a:pt x="504190" y="1436370"/>
                  </a:lnTo>
                  <a:lnTo>
                    <a:pt x="504190" y="1427480"/>
                  </a:lnTo>
                  <a:close/>
                </a:path>
                <a:path w="2198370" h="1445260">
                  <a:moveTo>
                    <a:pt x="535940" y="1097280"/>
                  </a:moveTo>
                  <a:lnTo>
                    <a:pt x="530860" y="1089660"/>
                  </a:lnTo>
                  <a:lnTo>
                    <a:pt x="499110" y="1109980"/>
                  </a:lnTo>
                  <a:lnTo>
                    <a:pt x="504190" y="1117600"/>
                  </a:lnTo>
                  <a:lnTo>
                    <a:pt x="535940" y="1097280"/>
                  </a:lnTo>
                  <a:close/>
                </a:path>
                <a:path w="2198370" h="1445260">
                  <a:moveTo>
                    <a:pt x="570230" y="1426210"/>
                  </a:moveTo>
                  <a:lnTo>
                    <a:pt x="532130" y="1426210"/>
                  </a:lnTo>
                  <a:lnTo>
                    <a:pt x="532130" y="1436370"/>
                  </a:lnTo>
                  <a:lnTo>
                    <a:pt x="570230" y="1435100"/>
                  </a:lnTo>
                  <a:lnTo>
                    <a:pt x="570230" y="1426210"/>
                  </a:lnTo>
                  <a:close/>
                </a:path>
                <a:path w="2198370" h="1445260">
                  <a:moveTo>
                    <a:pt x="590550" y="1061720"/>
                  </a:moveTo>
                  <a:lnTo>
                    <a:pt x="585470" y="1052830"/>
                  </a:lnTo>
                  <a:lnTo>
                    <a:pt x="553720" y="1074420"/>
                  </a:lnTo>
                  <a:lnTo>
                    <a:pt x="558800" y="1082040"/>
                  </a:lnTo>
                  <a:lnTo>
                    <a:pt x="590550" y="1061720"/>
                  </a:lnTo>
                  <a:close/>
                </a:path>
                <a:path w="2198370" h="1445260">
                  <a:moveTo>
                    <a:pt x="636270" y="1424940"/>
                  </a:moveTo>
                  <a:lnTo>
                    <a:pt x="598170" y="1424940"/>
                  </a:lnTo>
                  <a:lnTo>
                    <a:pt x="599440" y="1435100"/>
                  </a:lnTo>
                  <a:lnTo>
                    <a:pt x="636270" y="1433830"/>
                  </a:lnTo>
                  <a:lnTo>
                    <a:pt x="636270" y="1424940"/>
                  </a:lnTo>
                  <a:close/>
                </a:path>
                <a:path w="2198370" h="1445260">
                  <a:moveTo>
                    <a:pt x="646417" y="1024890"/>
                  </a:moveTo>
                  <a:lnTo>
                    <a:pt x="641350" y="1017270"/>
                  </a:lnTo>
                  <a:lnTo>
                    <a:pt x="609600" y="1037590"/>
                  </a:lnTo>
                  <a:lnTo>
                    <a:pt x="614680" y="1045210"/>
                  </a:lnTo>
                  <a:lnTo>
                    <a:pt x="646417" y="1024890"/>
                  </a:lnTo>
                  <a:close/>
                </a:path>
                <a:path w="2198370" h="1445260">
                  <a:moveTo>
                    <a:pt x="702310" y="1423670"/>
                  </a:moveTo>
                  <a:lnTo>
                    <a:pt x="664210" y="1423670"/>
                  </a:lnTo>
                  <a:lnTo>
                    <a:pt x="665467" y="1433830"/>
                  </a:lnTo>
                  <a:lnTo>
                    <a:pt x="702310" y="1432560"/>
                  </a:lnTo>
                  <a:lnTo>
                    <a:pt x="702310" y="1423670"/>
                  </a:lnTo>
                  <a:close/>
                </a:path>
                <a:path w="2198370" h="1445260">
                  <a:moveTo>
                    <a:pt x="702310" y="988060"/>
                  </a:moveTo>
                  <a:lnTo>
                    <a:pt x="697230" y="980440"/>
                  </a:lnTo>
                  <a:lnTo>
                    <a:pt x="665467" y="1002030"/>
                  </a:lnTo>
                  <a:lnTo>
                    <a:pt x="670560" y="1009650"/>
                  </a:lnTo>
                  <a:lnTo>
                    <a:pt x="702310" y="988060"/>
                  </a:lnTo>
                  <a:close/>
                </a:path>
                <a:path w="2198370" h="1445260">
                  <a:moveTo>
                    <a:pt x="756920" y="952500"/>
                  </a:moveTo>
                  <a:lnTo>
                    <a:pt x="751840" y="944880"/>
                  </a:lnTo>
                  <a:lnTo>
                    <a:pt x="720090" y="965200"/>
                  </a:lnTo>
                  <a:lnTo>
                    <a:pt x="725170" y="972820"/>
                  </a:lnTo>
                  <a:lnTo>
                    <a:pt x="756920" y="952500"/>
                  </a:lnTo>
                  <a:close/>
                </a:path>
                <a:path w="2198370" h="1445260">
                  <a:moveTo>
                    <a:pt x="769620" y="1431290"/>
                  </a:moveTo>
                  <a:lnTo>
                    <a:pt x="768350" y="1422400"/>
                  </a:lnTo>
                  <a:lnTo>
                    <a:pt x="731520" y="1422400"/>
                  </a:lnTo>
                  <a:lnTo>
                    <a:pt x="731520" y="1432560"/>
                  </a:lnTo>
                  <a:lnTo>
                    <a:pt x="769620" y="1431290"/>
                  </a:lnTo>
                  <a:close/>
                </a:path>
                <a:path w="2198370" h="1445260">
                  <a:moveTo>
                    <a:pt x="812800" y="915670"/>
                  </a:moveTo>
                  <a:lnTo>
                    <a:pt x="807720" y="908050"/>
                  </a:lnTo>
                  <a:lnTo>
                    <a:pt x="775970" y="929640"/>
                  </a:lnTo>
                  <a:lnTo>
                    <a:pt x="781050" y="935990"/>
                  </a:lnTo>
                  <a:lnTo>
                    <a:pt x="812800" y="915670"/>
                  </a:lnTo>
                  <a:close/>
                </a:path>
                <a:path w="2198370" h="1445260">
                  <a:moveTo>
                    <a:pt x="835660" y="1430020"/>
                  </a:moveTo>
                  <a:lnTo>
                    <a:pt x="834390" y="1421130"/>
                  </a:lnTo>
                  <a:lnTo>
                    <a:pt x="797560" y="1421130"/>
                  </a:lnTo>
                  <a:lnTo>
                    <a:pt x="797560" y="1431290"/>
                  </a:lnTo>
                  <a:lnTo>
                    <a:pt x="835660" y="1430020"/>
                  </a:lnTo>
                  <a:close/>
                </a:path>
                <a:path w="2198370" h="1445260">
                  <a:moveTo>
                    <a:pt x="868680" y="880110"/>
                  </a:moveTo>
                  <a:lnTo>
                    <a:pt x="862330" y="871220"/>
                  </a:lnTo>
                  <a:lnTo>
                    <a:pt x="831850" y="892810"/>
                  </a:lnTo>
                  <a:lnTo>
                    <a:pt x="836930" y="900430"/>
                  </a:lnTo>
                  <a:lnTo>
                    <a:pt x="868680" y="880110"/>
                  </a:lnTo>
                  <a:close/>
                </a:path>
                <a:path w="2198370" h="1445260">
                  <a:moveTo>
                    <a:pt x="901700" y="1419860"/>
                  </a:moveTo>
                  <a:lnTo>
                    <a:pt x="863600" y="1419860"/>
                  </a:lnTo>
                  <a:lnTo>
                    <a:pt x="863600" y="1430020"/>
                  </a:lnTo>
                  <a:lnTo>
                    <a:pt x="901700" y="1428750"/>
                  </a:lnTo>
                  <a:lnTo>
                    <a:pt x="901700" y="1419860"/>
                  </a:lnTo>
                  <a:close/>
                </a:path>
                <a:path w="2198370" h="1445260">
                  <a:moveTo>
                    <a:pt x="923290" y="843280"/>
                  </a:moveTo>
                  <a:lnTo>
                    <a:pt x="918210" y="835660"/>
                  </a:lnTo>
                  <a:lnTo>
                    <a:pt x="886460" y="855980"/>
                  </a:lnTo>
                  <a:lnTo>
                    <a:pt x="891540" y="864870"/>
                  </a:lnTo>
                  <a:lnTo>
                    <a:pt x="923290" y="843280"/>
                  </a:lnTo>
                  <a:close/>
                </a:path>
                <a:path w="2198370" h="1445260">
                  <a:moveTo>
                    <a:pt x="967740" y="1418590"/>
                  </a:moveTo>
                  <a:lnTo>
                    <a:pt x="929640" y="1418590"/>
                  </a:lnTo>
                  <a:lnTo>
                    <a:pt x="929640" y="1428750"/>
                  </a:lnTo>
                  <a:lnTo>
                    <a:pt x="967740" y="1427480"/>
                  </a:lnTo>
                  <a:lnTo>
                    <a:pt x="967740" y="1418590"/>
                  </a:lnTo>
                  <a:close/>
                </a:path>
                <a:path w="2198370" h="1445260">
                  <a:moveTo>
                    <a:pt x="979170" y="806450"/>
                  </a:moveTo>
                  <a:lnTo>
                    <a:pt x="974090" y="798830"/>
                  </a:lnTo>
                  <a:lnTo>
                    <a:pt x="942340" y="820420"/>
                  </a:lnTo>
                  <a:lnTo>
                    <a:pt x="947420" y="828040"/>
                  </a:lnTo>
                  <a:lnTo>
                    <a:pt x="979170" y="806450"/>
                  </a:lnTo>
                  <a:close/>
                </a:path>
                <a:path w="2198370" h="1445260">
                  <a:moveTo>
                    <a:pt x="1033780" y="1417320"/>
                  </a:moveTo>
                  <a:lnTo>
                    <a:pt x="995680" y="1417320"/>
                  </a:lnTo>
                  <a:lnTo>
                    <a:pt x="995680" y="1427480"/>
                  </a:lnTo>
                  <a:lnTo>
                    <a:pt x="1033780" y="1426210"/>
                  </a:lnTo>
                  <a:lnTo>
                    <a:pt x="1033780" y="1417320"/>
                  </a:lnTo>
                  <a:close/>
                </a:path>
                <a:path w="2198370" h="1445260">
                  <a:moveTo>
                    <a:pt x="1033780" y="770890"/>
                  </a:moveTo>
                  <a:lnTo>
                    <a:pt x="1028700" y="763270"/>
                  </a:lnTo>
                  <a:lnTo>
                    <a:pt x="996950" y="783590"/>
                  </a:lnTo>
                  <a:lnTo>
                    <a:pt x="1003300" y="791210"/>
                  </a:lnTo>
                  <a:lnTo>
                    <a:pt x="1033780" y="770890"/>
                  </a:lnTo>
                  <a:close/>
                </a:path>
                <a:path w="2198370" h="1445260">
                  <a:moveTo>
                    <a:pt x="1089660" y="734060"/>
                  </a:moveTo>
                  <a:lnTo>
                    <a:pt x="1084580" y="726440"/>
                  </a:lnTo>
                  <a:lnTo>
                    <a:pt x="1052830" y="746760"/>
                  </a:lnTo>
                  <a:lnTo>
                    <a:pt x="1057910" y="755650"/>
                  </a:lnTo>
                  <a:lnTo>
                    <a:pt x="1089660" y="734060"/>
                  </a:lnTo>
                  <a:close/>
                </a:path>
                <a:path w="2198370" h="1445260">
                  <a:moveTo>
                    <a:pt x="1099820" y="1416050"/>
                  </a:moveTo>
                  <a:lnTo>
                    <a:pt x="1061720" y="1417320"/>
                  </a:lnTo>
                  <a:lnTo>
                    <a:pt x="1062990" y="1426210"/>
                  </a:lnTo>
                  <a:lnTo>
                    <a:pt x="1099820" y="1424940"/>
                  </a:lnTo>
                  <a:lnTo>
                    <a:pt x="1099820" y="1416050"/>
                  </a:lnTo>
                  <a:close/>
                </a:path>
                <a:path w="2198370" h="1445260">
                  <a:moveTo>
                    <a:pt x="1145540" y="698500"/>
                  </a:moveTo>
                  <a:lnTo>
                    <a:pt x="1140460" y="690880"/>
                  </a:lnTo>
                  <a:lnTo>
                    <a:pt x="1108710" y="711200"/>
                  </a:lnTo>
                  <a:lnTo>
                    <a:pt x="1113790" y="718820"/>
                  </a:lnTo>
                  <a:lnTo>
                    <a:pt x="1145540" y="698500"/>
                  </a:lnTo>
                  <a:close/>
                </a:path>
                <a:path w="2198370" h="1445260">
                  <a:moveTo>
                    <a:pt x="1167130" y="1423670"/>
                  </a:moveTo>
                  <a:lnTo>
                    <a:pt x="1165860" y="1414780"/>
                  </a:lnTo>
                  <a:lnTo>
                    <a:pt x="1127760" y="1414780"/>
                  </a:lnTo>
                  <a:lnTo>
                    <a:pt x="1129030" y="1424940"/>
                  </a:lnTo>
                  <a:lnTo>
                    <a:pt x="1167130" y="1423670"/>
                  </a:lnTo>
                  <a:close/>
                </a:path>
                <a:path w="2198370" h="1445260">
                  <a:moveTo>
                    <a:pt x="1200150" y="661670"/>
                  </a:moveTo>
                  <a:lnTo>
                    <a:pt x="1195070" y="654050"/>
                  </a:lnTo>
                  <a:lnTo>
                    <a:pt x="1163320" y="674370"/>
                  </a:lnTo>
                  <a:lnTo>
                    <a:pt x="1168400" y="681990"/>
                  </a:lnTo>
                  <a:lnTo>
                    <a:pt x="1200150" y="661670"/>
                  </a:lnTo>
                  <a:close/>
                </a:path>
                <a:path w="2198370" h="1445260">
                  <a:moveTo>
                    <a:pt x="1233170" y="1422400"/>
                  </a:moveTo>
                  <a:lnTo>
                    <a:pt x="1231900" y="1413510"/>
                  </a:lnTo>
                  <a:lnTo>
                    <a:pt x="1195070" y="1414780"/>
                  </a:lnTo>
                  <a:lnTo>
                    <a:pt x="1195070" y="1423670"/>
                  </a:lnTo>
                  <a:lnTo>
                    <a:pt x="1233170" y="1422400"/>
                  </a:lnTo>
                  <a:close/>
                </a:path>
                <a:path w="2198370" h="1445260">
                  <a:moveTo>
                    <a:pt x="1256030" y="626110"/>
                  </a:moveTo>
                  <a:lnTo>
                    <a:pt x="1250950" y="617220"/>
                  </a:lnTo>
                  <a:lnTo>
                    <a:pt x="1219200" y="638810"/>
                  </a:lnTo>
                  <a:lnTo>
                    <a:pt x="1224280" y="646430"/>
                  </a:lnTo>
                  <a:lnTo>
                    <a:pt x="1256030" y="626110"/>
                  </a:lnTo>
                  <a:close/>
                </a:path>
                <a:path w="2198370" h="1445260">
                  <a:moveTo>
                    <a:pt x="1299210" y="1412240"/>
                  </a:moveTo>
                  <a:lnTo>
                    <a:pt x="1261110" y="1413510"/>
                  </a:lnTo>
                  <a:lnTo>
                    <a:pt x="1261110" y="1422400"/>
                  </a:lnTo>
                  <a:lnTo>
                    <a:pt x="1299210" y="1422400"/>
                  </a:lnTo>
                  <a:lnTo>
                    <a:pt x="1299210" y="1412240"/>
                  </a:lnTo>
                  <a:close/>
                </a:path>
                <a:path w="2198370" h="1445260">
                  <a:moveTo>
                    <a:pt x="1310640" y="589280"/>
                  </a:moveTo>
                  <a:lnTo>
                    <a:pt x="1306830" y="581660"/>
                  </a:lnTo>
                  <a:lnTo>
                    <a:pt x="1275080" y="601980"/>
                  </a:lnTo>
                  <a:lnTo>
                    <a:pt x="1280160" y="609600"/>
                  </a:lnTo>
                  <a:lnTo>
                    <a:pt x="1310640" y="589280"/>
                  </a:lnTo>
                  <a:close/>
                </a:path>
                <a:path w="2198370" h="1445260">
                  <a:moveTo>
                    <a:pt x="1365250" y="1410970"/>
                  </a:moveTo>
                  <a:lnTo>
                    <a:pt x="1327150" y="1412240"/>
                  </a:lnTo>
                  <a:lnTo>
                    <a:pt x="1327150" y="1421130"/>
                  </a:lnTo>
                  <a:lnTo>
                    <a:pt x="1365250" y="1419860"/>
                  </a:lnTo>
                  <a:lnTo>
                    <a:pt x="1365250" y="1410970"/>
                  </a:lnTo>
                  <a:close/>
                </a:path>
                <a:path w="2198370" h="1445260">
                  <a:moveTo>
                    <a:pt x="1366520" y="552450"/>
                  </a:moveTo>
                  <a:lnTo>
                    <a:pt x="1361440" y="544830"/>
                  </a:lnTo>
                  <a:lnTo>
                    <a:pt x="1329690" y="566420"/>
                  </a:lnTo>
                  <a:lnTo>
                    <a:pt x="1334770" y="574040"/>
                  </a:lnTo>
                  <a:lnTo>
                    <a:pt x="1366520" y="552450"/>
                  </a:lnTo>
                  <a:close/>
                </a:path>
                <a:path w="2198370" h="1445260">
                  <a:moveTo>
                    <a:pt x="1422400" y="516890"/>
                  </a:moveTo>
                  <a:lnTo>
                    <a:pt x="1417320" y="509270"/>
                  </a:lnTo>
                  <a:lnTo>
                    <a:pt x="1385570" y="529590"/>
                  </a:lnTo>
                  <a:lnTo>
                    <a:pt x="1390650" y="537210"/>
                  </a:lnTo>
                  <a:lnTo>
                    <a:pt x="1422400" y="516890"/>
                  </a:lnTo>
                  <a:close/>
                </a:path>
                <a:path w="2198370" h="1445260">
                  <a:moveTo>
                    <a:pt x="1431290" y="1409700"/>
                  </a:moveTo>
                  <a:lnTo>
                    <a:pt x="1393190" y="1410970"/>
                  </a:lnTo>
                  <a:lnTo>
                    <a:pt x="1393190" y="1419860"/>
                  </a:lnTo>
                  <a:lnTo>
                    <a:pt x="1431290" y="1419860"/>
                  </a:lnTo>
                  <a:lnTo>
                    <a:pt x="1431290" y="1409700"/>
                  </a:lnTo>
                  <a:close/>
                </a:path>
                <a:path w="2198370" h="1445260">
                  <a:moveTo>
                    <a:pt x="1477010" y="480060"/>
                  </a:moveTo>
                  <a:lnTo>
                    <a:pt x="1471930" y="472440"/>
                  </a:lnTo>
                  <a:lnTo>
                    <a:pt x="1441450" y="494030"/>
                  </a:lnTo>
                  <a:lnTo>
                    <a:pt x="1446530" y="500380"/>
                  </a:lnTo>
                  <a:lnTo>
                    <a:pt x="1477010" y="480060"/>
                  </a:lnTo>
                  <a:close/>
                </a:path>
                <a:path w="2198370" h="1445260">
                  <a:moveTo>
                    <a:pt x="1497330" y="1408430"/>
                  </a:moveTo>
                  <a:lnTo>
                    <a:pt x="1459230" y="1409700"/>
                  </a:lnTo>
                  <a:lnTo>
                    <a:pt x="1460500" y="1418590"/>
                  </a:lnTo>
                  <a:lnTo>
                    <a:pt x="1497330" y="1417320"/>
                  </a:lnTo>
                  <a:lnTo>
                    <a:pt x="1497330" y="1408430"/>
                  </a:lnTo>
                  <a:close/>
                </a:path>
                <a:path w="2198370" h="1445260">
                  <a:moveTo>
                    <a:pt x="1532890" y="444500"/>
                  </a:moveTo>
                  <a:lnTo>
                    <a:pt x="1527810" y="435610"/>
                  </a:lnTo>
                  <a:lnTo>
                    <a:pt x="1496060" y="457200"/>
                  </a:lnTo>
                  <a:lnTo>
                    <a:pt x="1501140" y="464820"/>
                  </a:lnTo>
                  <a:lnTo>
                    <a:pt x="1532890" y="444500"/>
                  </a:lnTo>
                  <a:close/>
                </a:path>
                <a:path w="2198370" h="1445260">
                  <a:moveTo>
                    <a:pt x="1563370" y="1407160"/>
                  </a:moveTo>
                  <a:lnTo>
                    <a:pt x="1525270" y="1408430"/>
                  </a:lnTo>
                  <a:lnTo>
                    <a:pt x="1526540" y="1417320"/>
                  </a:lnTo>
                  <a:lnTo>
                    <a:pt x="1563370" y="1417320"/>
                  </a:lnTo>
                  <a:lnTo>
                    <a:pt x="1563370" y="1407160"/>
                  </a:lnTo>
                  <a:close/>
                </a:path>
                <a:path w="2198370" h="1445260">
                  <a:moveTo>
                    <a:pt x="1588770" y="407670"/>
                  </a:moveTo>
                  <a:lnTo>
                    <a:pt x="1583690" y="400050"/>
                  </a:lnTo>
                  <a:lnTo>
                    <a:pt x="1551940" y="420370"/>
                  </a:lnTo>
                  <a:lnTo>
                    <a:pt x="1557020" y="429260"/>
                  </a:lnTo>
                  <a:lnTo>
                    <a:pt x="1588770" y="407670"/>
                  </a:lnTo>
                  <a:close/>
                </a:path>
                <a:path w="2198370" h="1445260">
                  <a:moveTo>
                    <a:pt x="1629410" y="1405890"/>
                  </a:moveTo>
                  <a:lnTo>
                    <a:pt x="1592580" y="1407160"/>
                  </a:lnTo>
                  <a:lnTo>
                    <a:pt x="1592580" y="1416050"/>
                  </a:lnTo>
                  <a:lnTo>
                    <a:pt x="1629410" y="1416050"/>
                  </a:lnTo>
                  <a:lnTo>
                    <a:pt x="1629410" y="1405890"/>
                  </a:lnTo>
                  <a:close/>
                </a:path>
                <a:path w="2198370" h="1445260">
                  <a:moveTo>
                    <a:pt x="1643380" y="370840"/>
                  </a:moveTo>
                  <a:lnTo>
                    <a:pt x="1638300" y="363220"/>
                  </a:lnTo>
                  <a:lnTo>
                    <a:pt x="1606550" y="384810"/>
                  </a:lnTo>
                  <a:lnTo>
                    <a:pt x="1611630" y="392430"/>
                  </a:lnTo>
                  <a:lnTo>
                    <a:pt x="1643380" y="370840"/>
                  </a:lnTo>
                  <a:close/>
                </a:path>
                <a:path w="2198370" h="1445260">
                  <a:moveTo>
                    <a:pt x="1696720" y="1404620"/>
                  </a:moveTo>
                  <a:lnTo>
                    <a:pt x="1658620" y="1405890"/>
                  </a:lnTo>
                  <a:lnTo>
                    <a:pt x="1658620" y="1414780"/>
                  </a:lnTo>
                  <a:lnTo>
                    <a:pt x="1696720" y="1414780"/>
                  </a:lnTo>
                  <a:lnTo>
                    <a:pt x="1696720" y="1404620"/>
                  </a:lnTo>
                  <a:close/>
                </a:path>
                <a:path w="2198370" h="1445260">
                  <a:moveTo>
                    <a:pt x="1699260" y="335280"/>
                  </a:moveTo>
                  <a:lnTo>
                    <a:pt x="1694180" y="327660"/>
                  </a:lnTo>
                  <a:lnTo>
                    <a:pt x="1662430" y="347980"/>
                  </a:lnTo>
                  <a:lnTo>
                    <a:pt x="1667510" y="355600"/>
                  </a:lnTo>
                  <a:lnTo>
                    <a:pt x="1699260" y="335280"/>
                  </a:lnTo>
                  <a:close/>
                </a:path>
                <a:path w="2198370" h="1445260">
                  <a:moveTo>
                    <a:pt x="1753870" y="298450"/>
                  </a:moveTo>
                  <a:lnTo>
                    <a:pt x="1748790" y="290830"/>
                  </a:lnTo>
                  <a:lnTo>
                    <a:pt x="1718310" y="311150"/>
                  </a:lnTo>
                  <a:lnTo>
                    <a:pt x="1722120" y="320040"/>
                  </a:lnTo>
                  <a:lnTo>
                    <a:pt x="1753870" y="298450"/>
                  </a:lnTo>
                  <a:close/>
                </a:path>
                <a:path w="2198370" h="1445260">
                  <a:moveTo>
                    <a:pt x="1762760" y="1403350"/>
                  </a:moveTo>
                  <a:lnTo>
                    <a:pt x="1724660" y="1404620"/>
                  </a:lnTo>
                  <a:lnTo>
                    <a:pt x="1724660" y="1413510"/>
                  </a:lnTo>
                  <a:lnTo>
                    <a:pt x="1762760" y="1413510"/>
                  </a:lnTo>
                  <a:lnTo>
                    <a:pt x="1762760" y="1403350"/>
                  </a:lnTo>
                  <a:close/>
                </a:path>
                <a:path w="2198370" h="1445260">
                  <a:moveTo>
                    <a:pt x="1809750" y="262890"/>
                  </a:moveTo>
                  <a:lnTo>
                    <a:pt x="1804670" y="255270"/>
                  </a:lnTo>
                  <a:lnTo>
                    <a:pt x="1772920" y="275590"/>
                  </a:lnTo>
                  <a:lnTo>
                    <a:pt x="1778000" y="283210"/>
                  </a:lnTo>
                  <a:lnTo>
                    <a:pt x="1809750" y="262890"/>
                  </a:lnTo>
                  <a:close/>
                </a:path>
                <a:path w="2198370" h="1445260">
                  <a:moveTo>
                    <a:pt x="1828800" y="1402080"/>
                  </a:moveTo>
                  <a:lnTo>
                    <a:pt x="1790700" y="1403350"/>
                  </a:lnTo>
                  <a:lnTo>
                    <a:pt x="1790700" y="1412240"/>
                  </a:lnTo>
                  <a:lnTo>
                    <a:pt x="1828800" y="1412240"/>
                  </a:lnTo>
                  <a:lnTo>
                    <a:pt x="1828800" y="1402080"/>
                  </a:lnTo>
                  <a:close/>
                </a:path>
                <a:path w="2198370" h="1445260">
                  <a:moveTo>
                    <a:pt x="1865630" y="226060"/>
                  </a:moveTo>
                  <a:lnTo>
                    <a:pt x="1860550" y="218440"/>
                  </a:lnTo>
                  <a:lnTo>
                    <a:pt x="1828800" y="238760"/>
                  </a:lnTo>
                  <a:lnTo>
                    <a:pt x="1833880" y="247650"/>
                  </a:lnTo>
                  <a:lnTo>
                    <a:pt x="1865630" y="226060"/>
                  </a:lnTo>
                  <a:close/>
                </a:path>
                <a:path w="2198370" h="1445260">
                  <a:moveTo>
                    <a:pt x="1894840" y="1400810"/>
                  </a:moveTo>
                  <a:lnTo>
                    <a:pt x="1856740" y="1402080"/>
                  </a:lnTo>
                  <a:lnTo>
                    <a:pt x="1856740" y="1410970"/>
                  </a:lnTo>
                  <a:lnTo>
                    <a:pt x="1894840" y="1410970"/>
                  </a:lnTo>
                  <a:lnTo>
                    <a:pt x="1894840" y="1400810"/>
                  </a:lnTo>
                  <a:close/>
                </a:path>
                <a:path w="2198370" h="1445260">
                  <a:moveTo>
                    <a:pt x="1920240" y="190500"/>
                  </a:moveTo>
                  <a:lnTo>
                    <a:pt x="1915160" y="181610"/>
                  </a:lnTo>
                  <a:lnTo>
                    <a:pt x="1883410" y="203200"/>
                  </a:lnTo>
                  <a:lnTo>
                    <a:pt x="1888490" y="210820"/>
                  </a:lnTo>
                  <a:lnTo>
                    <a:pt x="1920240" y="190500"/>
                  </a:lnTo>
                  <a:close/>
                </a:path>
                <a:path w="2198370" h="1445260">
                  <a:moveTo>
                    <a:pt x="1960880" y="1400810"/>
                  </a:moveTo>
                  <a:lnTo>
                    <a:pt x="1922780" y="1400810"/>
                  </a:lnTo>
                  <a:lnTo>
                    <a:pt x="1922780" y="1410970"/>
                  </a:lnTo>
                  <a:lnTo>
                    <a:pt x="1960880" y="1409700"/>
                  </a:lnTo>
                  <a:lnTo>
                    <a:pt x="1960880" y="1400810"/>
                  </a:lnTo>
                  <a:close/>
                </a:path>
                <a:path w="2198370" h="1445260">
                  <a:moveTo>
                    <a:pt x="1976120" y="153670"/>
                  </a:moveTo>
                  <a:lnTo>
                    <a:pt x="1971040" y="146050"/>
                  </a:lnTo>
                  <a:lnTo>
                    <a:pt x="1939290" y="166370"/>
                  </a:lnTo>
                  <a:lnTo>
                    <a:pt x="1944370" y="173990"/>
                  </a:lnTo>
                  <a:lnTo>
                    <a:pt x="1976120" y="153670"/>
                  </a:lnTo>
                  <a:close/>
                </a:path>
                <a:path w="2198370" h="1445260">
                  <a:moveTo>
                    <a:pt x="2026920" y="1398270"/>
                  </a:moveTo>
                  <a:lnTo>
                    <a:pt x="1990090" y="1399540"/>
                  </a:lnTo>
                  <a:lnTo>
                    <a:pt x="1990090" y="1408430"/>
                  </a:lnTo>
                  <a:lnTo>
                    <a:pt x="2026920" y="1408430"/>
                  </a:lnTo>
                  <a:lnTo>
                    <a:pt x="2026920" y="1398270"/>
                  </a:lnTo>
                  <a:close/>
                </a:path>
                <a:path w="2198370" h="1445260">
                  <a:moveTo>
                    <a:pt x="2032000" y="116840"/>
                  </a:moveTo>
                  <a:lnTo>
                    <a:pt x="2026920" y="109220"/>
                  </a:lnTo>
                  <a:lnTo>
                    <a:pt x="1995170" y="130810"/>
                  </a:lnTo>
                  <a:lnTo>
                    <a:pt x="2000250" y="138430"/>
                  </a:lnTo>
                  <a:lnTo>
                    <a:pt x="2032000" y="116840"/>
                  </a:lnTo>
                  <a:close/>
                </a:path>
                <a:path w="2198370" h="1445260">
                  <a:moveTo>
                    <a:pt x="2086610" y="81280"/>
                  </a:moveTo>
                  <a:lnTo>
                    <a:pt x="2081530" y="73660"/>
                  </a:lnTo>
                  <a:lnTo>
                    <a:pt x="2049780" y="93980"/>
                  </a:lnTo>
                  <a:lnTo>
                    <a:pt x="2054860" y="101600"/>
                  </a:lnTo>
                  <a:lnTo>
                    <a:pt x="2086610" y="81280"/>
                  </a:lnTo>
                  <a:close/>
                </a:path>
                <a:path w="2198370" h="1445260">
                  <a:moveTo>
                    <a:pt x="2142490" y="44450"/>
                  </a:moveTo>
                  <a:lnTo>
                    <a:pt x="2137410" y="36830"/>
                  </a:lnTo>
                  <a:lnTo>
                    <a:pt x="2105660" y="58420"/>
                  </a:lnTo>
                  <a:lnTo>
                    <a:pt x="2110740" y="66040"/>
                  </a:lnTo>
                  <a:lnTo>
                    <a:pt x="2142490" y="44450"/>
                  </a:lnTo>
                  <a:close/>
                </a:path>
                <a:path w="2198370" h="1445260">
                  <a:moveTo>
                    <a:pt x="2198370" y="8890"/>
                  </a:moveTo>
                  <a:lnTo>
                    <a:pt x="2192020" y="0"/>
                  </a:lnTo>
                  <a:lnTo>
                    <a:pt x="2161540" y="21590"/>
                  </a:lnTo>
                  <a:lnTo>
                    <a:pt x="2166620" y="29210"/>
                  </a:lnTo>
                  <a:lnTo>
                    <a:pt x="219837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5220" y="4428489"/>
              <a:ext cx="2710180" cy="1024890"/>
            </a:xfrm>
            <a:custGeom>
              <a:avLst/>
              <a:gdLst/>
              <a:ahLst/>
              <a:cxnLst/>
              <a:rect l="l" t="t" r="r" b="b"/>
              <a:pathLst>
                <a:path w="2710179" h="1024889">
                  <a:moveTo>
                    <a:pt x="86360" y="41910"/>
                  </a:moveTo>
                  <a:lnTo>
                    <a:pt x="85090" y="38100"/>
                  </a:lnTo>
                  <a:lnTo>
                    <a:pt x="85090" y="33020"/>
                  </a:lnTo>
                  <a:lnTo>
                    <a:pt x="82550" y="25400"/>
                  </a:lnTo>
                  <a:lnTo>
                    <a:pt x="80010" y="21590"/>
                  </a:lnTo>
                  <a:lnTo>
                    <a:pt x="78740" y="17780"/>
                  </a:lnTo>
                  <a:lnTo>
                    <a:pt x="76200" y="15240"/>
                  </a:lnTo>
                  <a:lnTo>
                    <a:pt x="73660" y="11430"/>
                  </a:lnTo>
                  <a:lnTo>
                    <a:pt x="69850" y="8890"/>
                  </a:lnTo>
                  <a:lnTo>
                    <a:pt x="67310" y="6350"/>
                  </a:lnTo>
                  <a:lnTo>
                    <a:pt x="63500" y="5080"/>
                  </a:lnTo>
                  <a:lnTo>
                    <a:pt x="59690" y="2540"/>
                  </a:lnTo>
                  <a:lnTo>
                    <a:pt x="52070" y="0"/>
                  </a:lnTo>
                  <a:lnTo>
                    <a:pt x="34290" y="0"/>
                  </a:lnTo>
                  <a:lnTo>
                    <a:pt x="26670" y="2540"/>
                  </a:lnTo>
                  <a:lnTo>
                    <a:pt x="22860" y="5080"/>
                  </a:lnTo>
                  <a:lnTo>
                    <a:pt x="19050" y="6350"/>
                  </a:lnTo>
                  <a:lnTo>
                    <a:pt x="16510" y="8890"/>
                  </a:lnTo>
                  <a:lnTo>
                    <a:pt x="12700" y="11430"/>
                  </a:lnTo>
                  <a:lnTo>
                    <a:pt x="10160" y="15240"/>
                  </a:lnTo>
                  <a:lnTo>
                    <a:pt x="7620" y="17780"/>
                  </a:lnTo>
                  <a:lnTo>
                    <a:pt x="5080" y="21590"/>
                  </a:lnTo>
                  <a:lnTo>
                    <a:pt x="1270" y="33020"/>
                  </a:lnTo>
                  <a:lnTo>
                    <a:pt x="0" y="38100"/>
                  </a:lnTo>
                  <a:lnTo>
                    <a:pt x="0" y="45720"/>
                  </a:lnTo>
                  <a:lnTo>
                    <a:pt x="1270" y="50800"/>
                  </a:lnTo>
                  <a:lnTo>
                    <a:pt x="5080" y="62230"/>
                  </a:lnTo>
                  <a:lnTo>
                    <a:pt x="7620" y="66040"/>
                  </a:lnTo>
                  <a:lnTo>
                    <a:pt x="10160" y="68580"/>
                  </a:lnTo>
                  <a:lnTo>
                    <a:pt x="12700" y="72390"/>
                  </a:lnTo>
                  <a:lnTo>
                    <a:pt x="16510" y="74930"/>
                  </a:lnTo>
                  <a:lnTo>
                    <a:pt x="19050" y="77470"/>
                  </a:lnTo>
                  <a:lnTo>
                    <a:pt x="22860" y="80010"/>
                  </a:lnTo>
                  <a:lnTo>
                    <a:pt x="29210" y="82130"/>
                  </a:lnTo>
                  <a:lnTo>
                    <a:pt x="29210" y="941501"/>
                  </a:lnTo>
                  <a:lnTo>
                    <a:pt x="22860" y="943610"/>
                  </a:lnTo>
                  <a:lnTo>
                    <a:pt x="19050" y="946150"/>
                  </a:lnTo>
                  <a:lnTo>
                    <a:pt x="16510" y="948690"/>
                  </a:lnTo>
                  <a:lnTo>
                    <a:pt x="12700" y="951230"/>
                  </a:lnTo>
                  <a:lnTo>
                    <a:pt x="10160" y="955040"/>
                  </a:lnTo>
                  <a:lnTo>
                    <a:pt x="7620" y="957580"/>
                  </a:lnTo>
                  <a:lnTo>
                    <a:pt x="5080" y="961390"/>
                  </a:lnTo>
                  <a:lnTo>
                    <a:pt x="1270" y="972820"/>
                  </a:lnTo>
                  <a:lnTo>
                    <a:pt x="0" y="977900"/>
                  </a:lnTo>
                  <a:lnTo>
                    <a:pt x="0" y="981710"/>
                  </a:lnTo>
                  <a:lnTo>
                    <a:pt x="0" y="985520"/>
                  </a:lnTo>
                  <a:lnTo>
                    <a:pt x="1270" y="990600"/>
                  </a:lnTo>
                  <a:lnTo>
                    <a:pt x="5080" y="1002030"/>
                  </a:lnTo>
                  <a:lnTo>
                    <a:pt x="7620" y="1005840"/>
                  </a:lnTo>
                  <a:lnTo>
                    <a:pt x="10160" y="1008380"/>
                  </a:lnTo>
                  <a:lnTo>
                    <a:pt x="12700" y="1012190"/>
                  </a:lnTo>
                  <a:lnTo>
                    <a:pt x="16510" y="1014730"/>
                  </a:lnTo>
                  <a:lnTo>
                    <a:pt x="19050" y="1017270"/>
                  </a:lnTo>
                  <a:lnTo>
                    <a:pt x="22860" y="1018540"/>
                  </a:lnTo>
                  <a:lnTo>
                    <a:pt x="26670" y="1021080"/>
                  </a:lnTo>
                  <a:lnTo>
                    <a:pt x="34290" y="1023620"/>
                  </a:lnTo>
                  <a:lnTo>
                    <a:pt x="39370" y="1023620"/>
                  </a:lnTo>
                  <a:lnTo>
                    <a:pt x="43180" y="1024890"/>
                  </a:lnTo>
                  <a:lnTo>
                    <a:pt x="46990" y="1023620"/>
                  </a:lnTo>
                  <a:lnTo>
                    <a:pt x="52070" y="1023620"/>
                  </a:lnTo>
                  <a:lnTo>
                    <a:pt x="59690" y="1021080"/>
                  </a:lnTo>
                  <a:lnTo>
                    <a:pt x="63500" y="1018540"/>
                  </a:lnTo>
                  <a:lnTo>
                    <a:pt x="67310" y="1017270"/>
                  </a:lnTo>
                  <a:lnTo>
                    <a:pt x="69850" y="1014730"/>
                  </a:lnTo>
                  <a:lnTo>
                    <a:pt x="73660" y="1012190"/>
                  </a:lnTo>
                  <a:lnTo>
                    <a:pt x="76200" y="1008380"/>
                  </a:lnTo>
                  <a:lnTo>
                    <a:pt x="78740" y="1005840"/>
                  </a:lnTo>
                  <a:lnTo>
                    <a:pt x="80010" y="1002030"/>
                  </a:lnTo>
                  <a:lnTo>
                    <a:pt x="82550" y="998220"/>
                  </a:lnTo>
                  <a:lnTo>
                    <a:pt x="85090" y="990600"/>
                  </a:lnTo>
                  <a:lnTo>
                    <a:pt x="85090" y="985520"/>
                  </a:lnTo>
                  <a:lnTo>
                    <a:pt x="86360" y="981710"/>
                  </a:lnTo>
                  <a:lnTo>
                    <a:pt x="85090" y="977900"/>
                  </a:lnTo>
                  <a:lnTo>
                    <a:pt x="85090" y="972820"/>
                  </a:lnTo>
                  <a:lnTo>
                    <a:pt x="82550" y="965200"/>
                  </a:lnTo>
                  <a:lnTo>
                    <a:pt x="80010" y="961390"/>
                  </a:lnTo>
                  <a:lnTo>
                    <a:pt x="78740" y="957580"/>
                  </a:lnTo>
                  <a:lnTo>
                    <a:pt x="76200" y="955040"/>
                  </a:lnTo>
                  <a:lnTo>
                    <a:pt x="73660" y="951230"/>
                  </a:lnTo>
                  <a:lnTo>
                    <a:pt x="69850" y="948690"/>
                  </a:lnTo>
                  <a:lnTo>
                    <a:pt x="67310" y="946150"/>
                  </a:lnTo>
                  <a:lnTo>
                    <a:pt x="63500" y="943610"/>
                  </a:lnTo>
                  <a:lnTo>
                    <a:pt x="57150" y="941501"/>
                  </a:lnTo>
                  <a:lnTo>
                    <a:pt x="57150" y="82130"/>
                  </a:lnTo>
                  <a:lnTo>
                    <a:pt x="63500" y="80010"/>
                  </a:lnTo>
                  <a:lnTo>
                    <a:pt x="67310" y="77470"/>
                  </a:lnTo>
                  <a:lnTo>
                    <a:pt x="69850" y="74930"/>
                  </a:lnTo>
                  <a:lnTo>
                    <a:pt x="73660" y="72390"/>
                  </a:lnTo>
                  <a:lnTo>
                    <a:pt x="76200" y="68580"/>
                  </a:lnTo>
                  <a:lnTo>
                    <a:pt x="78740" y="66040"/>
                  </a:lnTo>
                  <a:lnTo>
                    <a:pt x="80010" y="62230"/>
                  </a:lnTo>
                  <a:lnTo>
                    <a:pt x="82550" y="58420"/>
                  </a:lnTo>
                  <a:lnTo>
                    <a:pt x="85090" y="50800"/>
                  </a:lnTo>
                  <a:lnTo>
                    <a:pt x="85090" y="45720"/>
                  </a:lnTo>
                  <a:lnTo>
                    <a:pt x="86360" y="41910"/>
                  </a:lnTo>
                  <a:close/>
                </a:path>
                <a:path w="2710179" h="1024889">
                  <a:moveTo>
                    <a:pt x="619760" y="938530"/>
                  </a:moveTo>
                  <a:lnTo>
                    <a:pt x="582930" y="939800"/>
                  </a:lnTo>
                  <a:lnTo>
                    <a:pt x="582930" y="948690"/>
                  </a:lnTo>
                  <a:lnTo>
                    <a:pt x="619760" y="948690"/>
                  </a:lnTo>
                  <a:lnTo>
                    <a:pt x="619760" y="938530"/>
                  </a:lnTo>
                  <a:close/>
                </a:path>
                <a:path w="2710179" h="1024889">
                  <a:moveTo>
                    <a:pt x="685800" y="938530"/>
                  </a:moveTo>
                  <a:lnTo>
                    <a:pt x="648970" y="938530"/>
                  </a:lnTo>
                  <a:lnTo>
                    <a:pt x="648970" y="948690"/>
                  </a:lnTo>
                  <a:lnTo>
                    <a:pt x="685800" y="947420"/>
                  </a:lnTo>
                  <a:lnTo>
                    <a:pt x="685800" y="938530"/>
                  </a:lnTo>
                  <a:close/>
                </a:path>
                <a:path w="2710179" h="1024889">
                  <a:moveTo>
                    <a:pt x="753110" y="935990"/>
                  </a:moveTo>
                  <a:lnTo>
                    <a:pt x="715010" y="937260"/>
                  </a:lnTo>
                  <a:lnTo>
                    <a:pt x="715010" y="946150"/>
                  </a:lnTo>
                  <a:lnTo>
                    <a:pt x="753110" y="946150"/>
                  </a:lnTo>
                  <a:lnTo>
                    <a:pt x="753110" y="935990"/>
                  </a:lnTo>
                  <a:close/>
                </a:path>
                <a:path w="2710179" h="1024889">
                  <a:moveTo>
                    <a:pt x="819150" y="935990"/>
                  </a:moveTo>
                  <a:lnTo>
                    <a:pt x="781050" y="935990"/>
                  </a:lnTo>
                  <a:lnTo>
                    <a:pt x="781050" y="946150"/>
                  </a:lnTo>
                  <a:lnTo>
                    <a:pt x="819150" y="944880"/>
                  </a:lnTo>
                  <a:lnTo>
                    <a:pt x="819150" y="935990"/>
                  </a:lnTo>
                  <a:close/>
                </a:path>
                <a:path w="2710179" h="1024889">
                  <a:moveTo>
                    <a:pt x="885190" y="934720"/>
                  </a:moveTo>
                  <a:lnTo>
                    <a:pt x="847090" y="934720"/>
                  </a:lnTo>
                  <a:lnTo>
                    <a:pt x="847090" y="944880"/>
                  </a:lnTo>
                  <a:lnTo>
                    <a:pt x="885190" y="943610"/>
                  </a:lnTo>
                  <a:lnTo>
                    <a:pt x="885190" y="934720"/>
                  </a:lnTo>
                  <a:close/>
                </a:path>
                <a:path w="2710179" h="1024889">
                  <a:moveTo>
                    <a:pt x="951230" y="933450"/>
                  </a:moveTo>
                  <a:lnTo>
                    <a:pt x="913130" y="933450"/>
                  </a:lnTo>
                  <a:lnTo>
                    <a:pt x="913130" y="943610"/>
                  </a:lnTo>
                  <a:lnTo>
                    <a:pt x="951230" y="942340"/>
                  </a:lnTo>
                  <a:lnTo>
                    <a:pt x="951230" y="933450"/>
                  </a:lnTo>
                  <a:close/>
                </a:path>
                <a:path w="2710179" h="1024889">
                  <a:moveTo>
                    <a:pt x="1017270" y="932180"/>
                  </a:moveTo>
                  <a:lnTo>
                    <a:pt x="979170" y="932180"/>
                  </a:lnTo>
                  <a:lnTo>
                    <a:pt x="979170" y="942340"/>
                  </a:lnTo>
                  <a:lnTo>
                    <a:pt x="1017270" y="941070"/>
                  </a:lnTo>
                  <a:lnTo>
                    <a:pt x="1017270" y="932180"/>
                  </a:lnTo>
                  <a:close/>
                </a:path>
                <a:path w="2710179" h="1024889">
                  <a:moveTo>
                    <a:pt x="1083310" y="930910"/>
                  </a:moveTo>
                  <a:lnTo>
                    <a:pt x="1046480" y="930910"/>
                  </a:lnTo>
                  <a:lnTo>
                    <a:pt x="1046480" y="941070"/>
                  </a:lnTo>
                  <a:lnTo>
                    <a:pt x="1083310" y="939800"/>
                  </a:lnTo>
                  <a:lnTo>
                    <a:pt x="1083310" y="930910"/>
                  </a:lnTo>
                  <a:close/>
                </a:path>
                <a:path w="2710179" h="1024889">
                  <a:moveTo>
                    <a:pt x="1150620" y="929640"/>
                  </a:moveTo>
                  <a:lnTo>
                    <a:pt x="1112520" y="929640"/>
                  </a:lnTo>
                  <a:lnTo>
                    <a:pt x="1112520" y="939800"/>
                  </a:lnTo>
                  <a:lnTo>
                    <a:pt x="1150620" y="938530"/>
                  </a:lnTo>
                  <a:lnTo>
                    <a:pt x="1150620" y="929640"/>
                  </a:lnTo>
                  <a:close/>
                </a:path>
                <a:path w="2710179" h="1024889">
                  <a:moveTo>
                    <a:pt x="1216660" y="928370"/>
                  </a:moveTo>
                  <a:lnTo>
                    <a:pt x="1178560" y="929640"/>
                  </a:lnTo>
                  <a:lnTo>
                    <a:pt x="1178560" y="938530"/>
                  </a:lnTo>
                  <a:lnTo>
                    <a:pt x="1216660" y="937260"/>
                  </a:lnTo>
                  <a:lnTo>
                    <a:pt x="1216660" y="928370"/>
                  </a:lnTo>
                  <a:close/>
                </a:path>
                <a:path w="2710179" h="1024889">
                  <a:moveTo>
                    <a:pt x="1282700" y="927100"/>
                  </a:moveTo>
                  <a:lnTo>
                    <a:pt x="1244600" y="927100"/>
                  </a:lnTo>
                  <a:lnTo>
                    <a:pt x="1244600" y="937260"/>
                  </a:lnTo>
                  <a:lnTo>
                    <a:pt x="1282700" y="935990"/>
                  </a:lnTo>
                  <a:lnTo>
                    <a:pt x="1282700" y="927100"/>
                  </a:lnTo>
                  <a:close/>
                </a:path>
                <a:path w="2710179" h="1024889">
                  <a:moveTo>
                    <a:pt x="1348740" y="925830"/>
                  </a:moveTo>
                  <a:lnTo>
                    <a:pt x="1310640" y="927100"/>
                  </a:lnTo>
                  <a:lnTo>
                    <a:pt x="1310640" y="935990"/>
                  </a:lnTo>
                  <a:lnTo>
                    <a:pt x="1348740" y="934720"/>
                  </a:lnTo>
                  <a:lnTo>
                    <a:pt x="1348740" y="925830"/>
                  </a:lnTo>
                  <a:close/>
                </a:path>
                <a:path w="2710179" h="1024889">
                  <a:moveTo>
                    <a:pt x="1414780" y="924560"/>
                  </a:moveTo>
                  <a:lnTo>
                    <a:pt x="1376680" y="924560"/>
                  </a:lnTo>
                  <a:lnTo>
                    <a:pt x="1376680" y="934720"/>
                  </a:lnTo>
                  <a:lnTo>
                    <a:pt x="1414780" y="933450"/>
                  </a:lnTo>
                  <a:lnTo>
                    <a:pt x="1414780" y="924560"/>
                  </a:lnTo>
                  <a:close/>
                </a:path>
                <a:path w="2710179" h="1024889">
                  <a:moveTo>
                    <a:pt x="1480820" y="923290"/>
                  </a:moveTo>
                  <a:lnTo>
                    <a:pt x="1442720" y="924560"/>
                  </a:lnTo>
                  <a:lnTo>
                    <a:pt x="1443990" y="933450"/>
                  </a:lnTo>
                  <a:lnTo>
                    <a:pt x="1480820" y="932180"/>
                  </a:lnTo>
                  <a:lnTo>
                    <a:pt x="1480820" y="923290"/>
                  </a:lnTo>
                  <a:close/>
                </a:path>
                <a:path w="2710179" h="1024889">
                  <a:moveTo>
                    <a:pt x="1548130" y="932180"/>
                  </a:moveTo>
                  <a:lnTo>
                    <a:pt x="1546860" y="922020"/>
                  </a:lnTo>
                  <a:lnTo>
                    <a:pt x="1508760" y="923290"/>
                  </a:lnTo>
                  <a:lnTo>
                    <a:pt x="1510030" y="932180"/>
                  </a:lnTo>
                  <a:lnTo>
                    <a:pt x="1548130" y="932180"/>
                  </a:lnTo>
                  <a:close/>
                </a:path>
                <a:path w="2710179" h="1024889">
                  <a:moveTo>
                    <a:pt x="1614170" y="929640"/>
                  </a:moveTo>
                  <a:lnTo>
                    <a:pt x="1612900" y="920750"/>
                  </a:lnTo>
                  <a:lnTo>
                    <a:pt x="1576070" y="922020"/>
                  </a:lnTo>
                  <a:lnTo>
                    <a:pt x="1576070" y="930910"/>
                  </a:lnTo>
                  <a:lnTo>
                    <a:pt x="1614170" y="929640"/>
                  </a:lnTo>
                  <a:close/>
                </a:path>
                <a:path w="2710179" h="1024889">
                  <a:moveTo>
                    <a:pt x="1680210" y="919480"/>
                  </a:moveTo>
                  <a:lnTo>
                    <a:pt x="1642110" y="920750"/>
                  </a:lnTo>
                  <a:lnTo>
                    <a:pt x="1642110" y="929640"/>
                  </a:lnTo>
                  <a:lnTo>
                    <a:pt x="1680210" y="929640"/>
                  </a:lnTo>
                  <a:lnTo>
                    <a:pt x="1680210" y="919480"/>
                  </a:lnTo>
                  <a:close/>
                </a:path>
                <a:path w="2710179" h="1024889">
                  <a:moveTo>
                    <a:pt x="1746250" y="918210"/>
                  </a:moveTo>
                  <a:lnTo>
                    <a:pt x="1708150" y="919480"/>
                  </a:lnTo>
                  <a:lnTo>
                    <a:pt x="1708150" y="928370"/>
                  </a:lnTo>
                  <a:lnTo>
                    <a:pt x="1746250" y="927100"/>
                  </a:lnTo>
                  <a:lnTo>
                    <a:pt x="1746250" y="918210"/>
                  </a:lnTo>
                  <a:close/>
                </a:path>
                <a:path w="2710179" h="1024889">
                  <a:moveTo>
                    <a:pt x="1812290" y="916940"/>
                  </a:moveTo>
                  <a:lnTo>
                    <a:pt x="1774190" y="918210"/>
                  </a:lnTo>
                  <a:lnTo>
                    <a:pt x="1774190" y="927100"/>
                  </a:lnTo>
                  <a:lnTo>
                    <a:pt x="1812290" y="927100"/>
                  </a:lnTo>
                  <a:lnTo>
                    <a:pt x="1812290" y="916940"/>
                  </a:lnTo>
                  <a:close/>
                </a:path>
                <a:path w="2710179" h="1024889">
                  <a:moveTo>
                    <a:pt x="1878330" y="915670"/>
                  </a:moveTo>
                  <a:lnTo>
                    <a:pt x="1840230" y="916940"/>
                  </a:lnTo>
                  <a:lnTo>
                    <a:pt x="1841500" y="925830"/>
                  </a:lnTo>
                  <a:lnTo>
                    <a:pt x="1878330" y="925830"/>
                  </a:lnTo>
                  <a:lnTo>
                    <a:pt x="1878330" y="915670"/>
                  </a:lnTo>
                  <a:close/>
                </a:path>
                <a:path w="2710179" h="1024889">
                  <a:moveTo>
                    <a:pt x="1944370" y="914400"/>
                  </a:moveTo>
                  <a:lnTo>
                    <a:pt x="1906270" y="915670"/>
                  </a:lnTo>
                  <a:lnTo>
                    <a:pt x="1907540" y="924560"/>
                  </a:lnTo>
                  <a:lnTo>
                    <a:pt x="1944370" y="924560"/>
                  </a:lnTo>
                  <a:lnTo>
                    <a:pt x="1944370" y="914400"/>
                  </a:lnTo>
                  <a:close/>
                </a:path>
                <a:path w="2710179" h="1024889">
                  <a:moveTo>
                    <a:pt x="2011680" y="923290"/>
                  </a:moveTo>
                  <a:lnTo>
                    <a:pt x="2010410" y="913130"/>
                  </a:lnTo>
                  <a:lnTo>
                    <a:pt x="1973580" y="914400"/>
                  </a:lnTo>
                  <a:lnTo>
                    <a:pt x="1973580" y="923290"/>
                  </a:lnTo>
                  <a:lnTo>
                    <a:pt x="2011680" y="923290"/>
                  </a:lnTo>
                  <a:close/>
                </a:path>
                <a:path w="2710179" h="1024889">
                  <a:moveTo>
                    <a:pt x="2077720" y="922020"/>
                  </a:moveTo>
                  <a:lnTo>
                    <a:pt x="2076450" y="911860"/>
                  </a:lnTo>
                  <a:lnTo>
                    <a:pt x="2039620" y="913130"/>
                  </a:lnTo>
                  <a:lnTo>
                    <a:pt x="2039620" y="922020"/>
                  </a:lnTo>
                  <a:lnTo>
                    <a:pt x="2077720" y="922020"/>
                  </a:lnTo>
                  <a:close/>
                </a:path>
                <a:path w="2710179" h="1024889">
                  <a:moveTo>
                    <a:pt x="2143760" y="910590"/>
                  </a:moveTo>
                  <a:lnTo>
                    <a:pt x="2105660" y="911860"/>
                  </a:lnTo>
                  <a:lnTo>
                    <a:pt x="2105660" y="920750"/>
                  </a:lnTo>
                  <a:lnTo>
                    <a:pt x="2143760" y="920750"/>
                  </a:lnTo>
                  <a:lnTo>
                    <a:pt x="2143760" y="910590"/>
                  </a:lnTo>
                  <a:close/>
                </a:path>
                <a:path w="2710179" h="1024889">
                  <a:moveTo>
                    <a:pt x="2209800" y="909320"/>
                  </a:moveTo>
                  <a:lnTo>
                    <a:pt x="2171700" y="910590"/>
                  </a:lnTo>
                  <a:lnTo>
                    <a:pt x="2171700" y="919480"/>
                  </a:lnTo>
                  <a:lnTo>
                    <a:pt x="2209800" y="919480"/>
                  </a:lnTo>
                  <a:lnTo>
                    <a:pt x="2209800" y="909320"/>
                  </a:lnTo>
                  <a:close/>
                </a:path>
                <a:path w="2710179" h="1024889">
                  <a:moveTo>
                    <a:pt x="2275840" y="908050"/>
                  </a:moveTo>
                  <a:lnTo>
                    <a:pt x="2237740" y="909320"/>
                  </a:lnTo>
                  <a:lnTo>
                    <a:pt x="2237740" y="918210"/>
                  </a:lnTo>
                  <a:lnTo>
                    <a:pt x="2275840" y="918210"/>
                  </a:lnTo>
                  <a:lnTo>
                    <a:pt x="2275840" y="908050"/>
                  </a:lnTo>
                  <a:close/>
                </a:path>
                <a:path w="2710179" h="1024889">
                  <a:moveTo>
                    <a:pt x="2341880" y="908050"/>
                  </a:moveTo>
                  <a:lnTo>
                    <a:pt x="2303780" y="908050"/>
                  </a:lnTo>
                  <a:lnTo>
                    <a:pt x="2303780" y="916940"/>
                  </a:lnTo>
                  <a:lnTo>
                    <a:pt x="2341880" y="916940"/>
                  </a:lnTo>
                  <a:lnTo>
                    <a:pt x="2341880" y="908050"/>
                  </a:lnTo>
                  <a:close/>
                </a:path>
                <a:path w="2710179" h="1024889">
                  <a:moveTo>
                    <a:pt x="2407920" y="905510"/>
                  </a:moveTo>
                  <a:lnTo>
                    <a:pt x="2371090" y="906780"/>
                  </a:lnTo>
                  <a:lnTo>
                    <a:pt x="2371090" y="915670"/>
                  </a:lnTo>
                  <a:lnTo>
                    <a:pt x="2407920" y="915670"/>
                  </a:lnTo>
                  <a:lnTo>
                    <a:pt x="2407920" y="905510"/>
                  </a:lnTo>
                  <a:close/>
                </a:path>
                <a:path w="2710179" h="1024889">
                  <a:moveTo>
                    <a:pt x="2473960" y="905510"/>
                  </a:moveTo>
                  <a:lnTo>
                    <a:pt x="2437130" y="905510"/>
                  </a:lnTo>
                  <a:lnTo>
                    <a:pt x="2437130" y="914400"/>
                  </a:lnTo>
                  <a:lnTo>
                    <a:pt x="2473960" y="914400"/>
                  </a:lnTo>
                  <a:lnTo>
                    <a:pt x="2473960" y="905510"/>
                  </a:lnTo>
                  <a:close/>
                </a:path>
                <a:path w="2710179" h="1024889">
                  <a:moveTo>
                    <a:pt x="2541270" y="904240"/>
                  </a:moveTo>
                  <a:lnTo>
                    <a:pt x="2503170" y="904240"/>
                  </a:lnTo>
                  <a:lnTo>
                    <a:pt x="2503170" y="914400"/>
                  </a:lnTo>
                  <a:lnTo>
                    <a:pt x="2541270" y="913130"/>
                  </a:lnTo>
                  <a:lnTo>
                    <a:pt x="2541270" y="904240"/>
                  </a:lnTo>
                  <a:close/>
                </a:path>
                <a:path w="2710179" h="1024889">
                  <a:moveTo>
                    <a:pt x="2607310" y="902970"/>
                  </a:moveTo>
                  <a:lnTo>
                    <a:pt x="2569210" y="902970"/>
                  </a:lnTo>
                  <a:lnTo>
                    <a:pt x="2569210" y="911860"/>
                  </a:lnTo>
                  <a:lnTo>
                    <a:pt x="2607310" y="911860"/>
                  </a:lnTo>
                  <a:lnTo>
                    <a:pt x="2607310" y="902970"/>
                  </a:lnTo>
                  <a:close/>
                </a:path>
                <a:path w="2710179" h="1024889">
                  <a:moveTo>
                    <a:pt x="2673350" y="901700"/>
                  </a:moveTo>
                  <a:lnTo>
                    <a:pt x="2635250" y="901700"/>
                  </a:lnTo>
                  <a:lnTo>
                    <a:pt x="2635250" y="911860"/>
                  </a:lnTo>
                  <a:lnTo>
                    <a:pt x="2673350" y="910590"/>
                  </a:lnTo>
                  <a:lnTo>
                    <a:pt x="2673350" y="901700"/>
                  </a:lnTo>
                  <a:close/>
                </a:path>
                <a:path w="2710179" h="1024889">
                  <a:moveTo>
                    <a:pt x="2710180" y="900430"/>
                  </a:moveTo>
                  <a:lnTo>
                    <a:pt x="2701290" y="900430"/>
                  </a:lnTo>
                  <a:lnTo>
                    <a:pt x="2701290" y="909320"/>
                  </a:lnTo>
                  <a:lnTo>
                    <a:pt x="2710180" y="909320"/>
                  </a:lnTo>
                  <a:lnTo>
                    <a:pt x="2710180" y="900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7257" y="4554627"/>
              <a:ext cx="86814" cy="85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38400" y="3429000"/>
              <a:ext cx="0" cy="2743200"/>
            </a:xfrm>
            <a:custGeom>
              <a:avLst/>
              <a:gdLst/>
              <a:ahLst/>
              <a:cxnLst/>
              <a:rect l="l" t="t" r="r" b="b"/>
              <a:pathLst>
                <a:path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9330" y="4580889"/>
              <a:ext cx="3044190" cy="833119"/>
            </a:xfrm>
            <a:custGeom>
              <a:avLst/>
              <a:gdLst/>
              <a:ahLst/>
              <a:cxnLst/>
              <a:rect l="l" t="t" r="r" b="b"/>
              <a:pathLst>
                <a:path w="3044190" h="833120">
                  <a:moveTo>
                    <a:pt x="39370" y="822960"/>
                  </a:moveTo>
                  <a:lnTo>
                    <a:pt x="36830" y="814070"/>
                  </a:lnTo>
                  <a:lnTo>
                    <a:pt x="0" y="824230"/>
                  </a:lnTo>
                  <a:lnTo>
                    <a:pt x="2540" y="833120"/>
                  </a:lnTo>
                  <a:lnTo>
                    <a:pt x="39370" y="822960"/>
                  </a:lnTo>
                  <a:close/>
                </a:path>
                <a:path w="3044190" h="833120">
                  <a:moveTo>
                    <a:pt x="102870" y="806450"/>
                  </a:moveTo>
                  <a:lnTo>
                    <a:pt x="100330" y="797560"/>
                  </a:lnTo>
                  <a:lnTo>
                    <a:pt x="63500" y="806450"/>
                  </a:lnTo>
                  <a:lnTo>
                    <a:pt x="66040" y="815340"/>
                  </a:lnTo>
                  <a:lnTo>
                    <a:pt x="102870" y="806450"/>
                  </a:lnTo>
                  <a:close/>
                </a:path>
                <a:path w="3044190" h="833120">
                  <a:moveTo>
                    <a:pt x="166370" y="788670"/>
                  </a:moveTo>
                  <a:lnTo>
                    <a:pt x="165100" y="779780"/>
                  </a:lnTo>
                  <a:lnTo>
                    <a:pt x="128270" y="789940"/>
                  </a:lnTo>
                  <a:lnTo>
                    <a:pt x="130810" y="798830"/>
                  </a:lnTo>
                  <a:lnTo>
                    <a:pt x="166370" y="788670"/>
                  </a:lnTo>
                  <a:close/>
                </a:path>
                <a:path w="3044190" h="833120">
                  <a:moveTo>
                    <a:pt x="231140" y="772160"/>
                  </a:moveTo>
                  <a:lnTo>
                    <a:pt x="228600" y="762000"/>
                  </a:lnTo>
                  <a:lnTo>
                    <a:pt x="191770" y="772160"/>
                  </a:lnTo>
                  <a:lnTo>
                    <a:pt x="194310" y="781050"/>
                  </a:lnTo>
                  <a:lnTo>
                    <a:pt x="231140" y="772160"/>
                  </a:lnTo>
                  <a:close/>
                </a:path>
                <a:path w="3044190" h="833120">
                  <a:moveTo>
                    <a:pt x="294640" y="754380"/>
                  </a:moveTo>
                  <a:lnTo>
                    <a:pt x="292100" y="745490"/>
                  </a:lnTo>
                  <a:lnTo>
                    <a:pt x="256540" y="755650"/>
                  </a:lnTo>
                  <a:lnTo>
                    <a:pt x="257810" y="764540"/>
                  </a:lnTo>
                  <a:lnTo>
                    <a:pt x="294640" y="754380"/>
                  </a:lnTo>
                  <a:close/>
                </a:path>
                <a:path w="3044190" h="833120">
                  <a:moveTo>
                    <a:pt x="359410" y="736600"/>
                  </a:moveTo>
                  <a:lnTo>
                    <a:pt x="356870" y="727710"/>
                  </a:lnTo>
                  <a:lnTo>
                    <a:pt x="320040" y="737870"/>
                  </a:lnTo>
                  <a:lnTo>
                    <a:pt x="322580" y="746760"/>
                  </a:lnTo>
                  <a:lnTo>
                    <a:pt x="359410" y="736600"/>
                  </a:lnTo>
                  <a:close/>
                </a:path>
                <a:path w="3044190" h="833120">
                  <a:moveTo>
                    <a:pt x="422910" y="718820"/>
                  </a:moveTo>
                  <a:lnTo>
                    <a:pt x="420370" y="709930"/>
                  </a:lnTo>
                  <a:lnTo>
                    <a:pt x="383540" y="720090"/>
                  </a:lnTo>
                  <a:lnTo>
                    <a:pt x="386080" y="728980"/>
                  </a:lnTo>
                  <a:lnTo>
                    <a:pt x="422910" y="718820"/>
                  </a:lnTo>
                  <a:close/>
                </a:path>
                <a:path w="3044190" h="833120">
                  <a:moveTo>
                    <a:pt x="486410" y="702310"/>
                  </a:moveTo>
                  <a:lnTo>
                    <a:pt x="483870" y="693420"/>
                  </a:lnTo>
                  <a:lnTo>
                    <a:pt x="448310" y="703580"/>
                  </a:lnTo>
                  <a:lnTo>
                    <a:pt x="450850" y="712470"/>
                  </a:lnTo>
                  <a:lnTo>
                    <a:pt x="486410" y="702310"/>
                  </a:lnTo>
                  <a:close/>
                </a:path>
                <a:path w="3044190" h="833120">
                  <a:moveTo>
                    <a:pt x="551180" y="684530"/>
                  </a:moveTo>
                  <a:lnTo>
                    <a:pt x="548640" y="675640"/>
                  </a:lnTo>
                  <a:lnTo>
                    <a:pt x="511810" y="685800"/>
                  </a:lnTo>
                  <a:lnTo>
                    <a:pt x="514350" y="694690"/>
                  </a:lnTo>
                  <a:lnTo>
                    <a:pt x="551180" y="684530"/>
                  </a:lnTo>
                  <a:close/>
                </a:path>
                <a:path w="3044190" h="833120">
                  <a:moveTo>
                    <a:pt x="614680" y="668020"/>
                  </a:moveTo>
                  <a:lnTo>
                    <a:pt x="612140" y="659130"/>
                  </a:lnTo>
                  <a:lnTo>
                    <a:pt x="575310" y="668020"/>
                  </a:lnTo>
                  <a:lnTo>
                    <a:pt x="577850" y="678180"/>
                  </a:lnTo>
                  <a:lnTo>
                    <a:pt x="614680" y="668020"/>
                  </a:lnTo>
                  <a:close/>
                </a:path>
                <a:path w="3044190" h="833120">
                  <a:moveTo>
                    <a:pt x="678180" y="650240"/>
                  </a:moveTo>
                  <a:lnTo>
                    <a:pt x="675640" y="641350"/>
                  </a:lnTo>
                  <a:lnTo>
                    <a:pt x="640080" y="651510"/>
                  </a:lnTo>
                  <a:lnTo>
                    <a:pt x="641350" y="660400"/>
                  </a:lnTo>
                  <a:lnTo>
                    <a:pt x="678180" y="650240"/>
                  </a:lnTo>
                  <a:close/>
                </a:path>
                <a:path w="3044190" h="833120">
                  <a:moveTo>
                    <a:pt x="741680" y="632460"/>
                  </a:moveTo>
                  <a:lnTo>
                    <a:pt x="740410" y="623582"/>
                  </a:lnTo>
                  <a:lnTo>
                    <a:pt x="703580" y="633730"/>
                  </a:lnTo>
                  <a:lnTo>
                    <a:pt x="706120" y="642632"/>
                  </a:lnTo>
                  <a:lnTo>
                    <a:pt x="741680" y="632460"/>
                  </a:lnTo>
                  <a:close/>
                </a:path>
                <a:path w="3044190" h="833120">
                  <a:moveTo>
                    <a:pt x="806450" y="615950"/>
                  </a:moveTo>
                  <a:lnTo>
                    <a:pt x="803910" y="607060"/>
                  </a:lnTo>
                  <a:lnTo>
                    <a:pt x="767080" y="615950"/>
                  </a:lnTo>
                  <a:lnTo>
                    <a:pt x="769620" y="624840"/>
                  </a:lnTo>
                  <a:lnTo>
                    <a:pt x="806450" y="615950"/>
                  </a:lnTo>
                  <a:close/>
                </a:path>
                <a:path w="3044190" h="833120">
                  <a:moveTo>
                    <a:pt x="869950" y="598170"/>
                  </a:moveTo>
                  <a:lnTo>
                    <a:pt x="867410" y="589280"/>
                  </a:lnTo>
                  <a:lnTo>
                    <a:pt x="830580" y="599440"/>
                  </a:lnTo>
                  <a:lnTo>
                    <a:pt x="833120" y="608330"/>
                  </a:lnTo>
                  <a:lnTo>
                    <a:pt x="869950" y="598170"/>
                  </a:lnTo>
                  <a:close/>
                </a:path>
                <a:path w="3044190" h="833120">
                  <a:moveTo>
                    <a:pt x="934720" y="581660"/>
                  </a:moveTo>
                  <a:lnTo>
                    <a:pt x="932180" y="572770"/>
                  </a:lnTo>
                  <a:lnTo>
                    <a:pt x="895350" y="581660"/>
                  </a:lnTo>
                  <a:lnTo>
                    <a:pt x="897890" y="590550"/>
                  </a:lnTo>
                  <a:lnTo>
                    <a:pt x="934720" y="581660"/>
                  </a:lnTo>
                  <a:close/>
                </a:path>
                <a:path w="3044190" h="833120">
                  <a:moveTo>
                    <a:pt x="998220" y="563880"/>
                  </a:moveTo>
                  <a:lnTo>
                    <a:pt x="995680" y="554990"/>
                  </a:lnTo>
                  <a:lnTo>
                    <a:pt x="958850" y="565150"/>
                  </a:lnTo>
                  <a:lnTo>
                    <a:pt x="961390" y="574040"/>
                  </a:lnTo>
                  <a:lnTo>
                    <a:pt x="998220" y="563880"/>
                  </a:lnTo>
                  <a:close/>
                </a:path>
                <a:path w="3044190" h="833120">
                  <a:moveTo>
                    <a:pt x="1061720" y="546100"/>
                  </a:moveTo>
                  <a:lnTo>
                    <a:pt x="1059180" y="537210"/>
                  </a:lnTo>
                  <a:lnTo>
                    <a:pt x="1023620" y="547370"/>
                  </a:lnTo>
                  <a:lnTo>
                    <a:pt x="1026160" y="556260"/>
                  </a:lnTo>
                  <a:lnTo>
                    <a:pt x="1061720" y="546100"/>
                  </a:lnTo>
                  <a:close/>
                </a:path>
                <a:path w="3044190" h="833120">
                  <a:moveTo>
                    <a:pt x="1126490" y="528320"/>
                  </a:moveTo>
                  <a:lnTo>
                    <a:pt x="1123950" y="519430"/>
                  </a:lnTo>
                  <a:lnTo>
                    <a:pt x="1087120" y="529590"/>
                  </a:lnTo>
                  <a:lnTo>
                    <a:pt x="1089660" y="538480"/>
                  </a:lnTo>
                  <a:lnTo>
                    <a:pt x="1126490" y="528320"/>
                  </a:lnTo>
                  <a:close/>
                </a:path>
                <a:path w="3044190" h="833120">
                  <a:moveTo>
                    <a:pt x="1189990" y="511810"/>
                  </a:moveTo>
                  <a:lnTo>
                    <a:pt x="1187450" y="502920"/>
                  </a:lnTo>
                  <a:lnTo>
                    <a:pt x="1150620" y="513080"/>
                  </a:lnTo>
                  <a:lnTo>
                    <a:pt x="1153160" y="521970"/>
                  </a:lnTo>
                  <a:lnTo>
                    <a:pt x="1189990" y="511810"/>
                  </a:lnTo>
                  <a:close/>
                </a:path>
                <a:path w="3044190" h="833120">
                  <a:moveTo>
                    <a:pt x="1253490" y="494030"/>
                  </a:moveTo>
                  <a:lnTo>
                    <a:pt x="1250950" y="485140"/>
                  </a:lnTo>
                  <a:lnTo>
                    <a:pt x="1215390" y="495300"/>
                  </a:lnTo>
                  <a:lnTo>
                    <a:pt x="1217930" y="504190"/>
                  </a:lnTo>
                  <a:lnTo>
                    <a:pt x="1253490" y="494030"/>
                  </a:lnTo>
                  <a:close/>
                </a:path>
                <a:path w="3044190" h="833120">
                  <a:moveTo>
                    <a:pt x="1318260" y="477520"/>
                  </a:moveTo>
                  <a:lnTo>
                    <a:pt x="1315720" y="468630"/>
                  </a:lnTo>
                  <a:lnTo>
                    <a:pt x="1278890" y="477520"/>
                  </a:lnTo>
                  <a:lnTo>
                    <a:pt x="1281430" y="486410"/>
                  </a:lnTo>
                  <a:lnTo>
                    <a:pt x="1318260" y="477520"/>
                  </a:lnTo>
                  <a:close/>
                </a:path>
                <a:path w="3044190" h="833120">
                  <a:moveTo>
                    <a:pt x="1381760" y="459740"/>
                  </a:moveTo>
                  <a:lnTo>
                    <a:pt x="1379220" y="450850"/>
                  </a:lnTo>
                  <a:lnTo>
                    <a:pt x="1342390" y="461010"/>
                  </a:lnTo>
                  <a:lnTo>
                    <a:pt x="1344930" y="469900"/>
                  </a:lnTo>
                  <a:lnTo>
                    <a:pt x="1381760" y="459740"/>
                  </a:lnTo>
                  <a:close/>
                </a:path>
                <a:path w="3044190" h="833120">
                  <a:moveTo>
                    <a:pt x="1510030" y="425450"/>
                  </a:moveTo>
                  <a:lnTo>
                    <a:pt x="1507490" y="416560"/>
                  </a:lnTo>
                  <a:lnTo>
                    <a:pt x="1484287" y="422160"/>
                  </a:lnTo>
                  <a:lnTo>
                    <a:pt x="1484071" y="421093"/>
                  </a:lnTo>
                  <a:lnTo>
                    <a:pt x="1475740" y="408940"/>
                  </a:lnTo>
                  <a:lnTo>
                    <a:pt x="1463586" y="400608"/>
                  </a:lnTo>
                  <a:lnTo>
                    <a:pt x="1449070" y="397510"/>
                  </a:lnTo>
                  <a:lnTo>
                    <a:pt x="1434007" y="400608"/>
                  </a:lnTo>
                  <a:lnTo>
                    <a:pt x="1421917" y="408940"/>
                  </a:lnTo>
                  <a:lnTo>
                    <a:pt x="1413878" y="421093"/>
                  </a:lnTo>
                  <a:lnTo>
                    <a:pt x="1410970" y="435610"/>
                  </a:lnTo>
                  <a:lnTo>
                    <a:pt x="1412163" y="441807"/>
                  </a:lnTo>
                  <a:lnTo>
                    <a:pt x="1407160" y="443230"/>
                  </a:lnTo>
                  <a:lnTo>
                    <a:pt x="1409700" y="452120"/>
                  </a:lnTo>
                  <a:lnTo>
                    <a:pt x="1414018" y="450888"/>
                  </a:lnTo>
                  <a:lnTo>
                    <a:pt x="1421917" y="462762"/>
                  </a:lnTo>
                  <a:lnTo>
                    <a:pt x="1434007" y="470801"/>
                  </a:lnTo>
                  <a:lnTo>
                    <a:pt x="1449070" y="473710"/>
                  </a:lnTo>
                  <a:lnTo>
                    <a:pt x="1463586" y="470801"/>
                  </a:lnTo>
                  <a:lnTo>
                    <a:pt x="1475740" y="462762"/>
                  </a:lnTo>
                  <a:lnTo>
                    <a:pt x="1484071" y="450672"/>
                  </a:lnTo>
                  <a:lnTo>
                    <a:pt x="1487170" y="435610"/>
                  </a:lnTo>
                  <a:lnTo>
                    <a:pt x="1486382" y="431977"/>
                  </a:lnTo>
                  <a:lnTo>
                    <a:pt x="1510030" y="425450"/>
                  </a:lnTo>
                  <a:close/>
                </a:path>
                <a:path w="3044190" h="833120">
                  <a:moveTo>
                    <a:pt x="1573530" y="407670"/>
                  </a:moveTo>
                  <a:lnTo>
                    <a:pt x="1570990" y="398780"/>
                  </a:lnTo>
                  <a:lnTo>
                    <a:pt x="1534160" y="408940"/>
                  </a:lnTo>
                  <a:lnTo>
                    <a:pt x="1536700" y="417830"/>
                  </a:lnTo>
                  <a:lnTo>
                    <a:pt x="1573530" y="407670"/>
                  </a:lnTo>
                  <a:close/>
                </a:path>
                <a:path w="3044190" h="833120">
                  <a:moveTo>
                    <a:pt x="1637030" y="391160"/>
                  </a:moveTo>
                  <a:lnTo>
                    <a:pt x="1634490" y="381000"/>
                  </a:lnTo>
                  <a:lnTo>
                    <a:pt x="1598930" y="391160"/>
                  </a:lnTo>
                  <a:lnTo>
                    <a:pt x="1601470" y="400050"/>
                  </a:lnTo>
                  <a:lnTo>
                    <a:pt x="1637030" y="391160"/>
                  </a:lnTo>
                  <a:close/>
                </a:path>
                <a:path w="3044190" h="833120">
                  <a:moveTo>
                    <a:pt x="1701800" y="373380"/>
                  </a:moveTo>
                  <a:lnTo>
                    <a:pt x="1699260" y="364490"/>
                  </a:lnTo>
                  <a:lnTo>
                    <a:pt x="1662430" y="374650"/>
                  </a:lnTo>
                  <a:lnTo>
                    <a:pt x="1664970" y="383540"/>
                  </a:lnTo>
                  <a:lnTo>
                    <a:pt x="1701800" y="373380"/>
                  </a:lnTo>
                  <a:close/>
                </a:path>
                <a:path w="3044190" h="833120">
                  <a:moveTo>
                    <a:pt x="1765300" y="355600"/>
                  </a:moveTo>
                  <a:lnTo>
                    <a:pt x="1762760" y="346710"/>
                  </a:lnTo>
                  <a:lnTo>
                    <a:pt x="1725930" y="356870"/>
                  </a:lnTo>
                  <a:lnTo>
                    <a:pt x="1728470" y="365760"/>
                  </a:lnTo>
                  <a:lnTo>
                    <a:pt x="1765300" y="355600"/>
                  </a:lnTo>
                  <a:close/>
                </a:path>
                <a:path w="3044190" h="833120">
                  <a:moveTo>
                    <a:pt x="1830070" y="339090"/>
                  </a:moveTo>
                  <a:lnTo>
                    <a:pt x="1827530" y="328930"/>
                  </a:lnTo>
                  <a:lnTo>
                    <a:pt x="1790700" y="339090"/>
                  </a:lnTo>
                  <a:lnTo>
                    <a:pt x="1793240" y="347980"/>
                  </a:lnTo>
                  <a:lnTo>
                    <a:pt x="1830070" y="339090"/>
                  </a:lnTo>
                  <a:close/>
                </a:path>
                <a:path w="3044190" h="833120">
                  <a:moveTo>
                    <a:pt x="1893570" y="321310"/>
                  </a:moveTo>
                  <a:lnTo>
                    <a:pt x="1891030" y="312420"/>
                  </a:lnTo>
                  <a:lnTo>
                    <a:pt x="1854200" y="322580"/>
                  </a:lnTo>
                  <a:lnTo>
                    <a:pt x="1856740" y="331470"/>
                  </a:lnTo>
                  <a:lnTo>
                    <a:pt x="1893570" y="321310"/>
                  </a:lnTo>
                  <a:close/>
                </a:path>
                <a:path w="3044190" h="833120">
                  <a:moveTo>
                    <a:pt x="1957070" y="303530"/>
                  </a:moveTo>
                  <a:lnTo>
                    <a:pt x="1954530" y="294640"/>
                  </a:lnTo>
                  <a:lnTo>
                    <a:pt x="1918970" y="304800"/>
                  </a:lnTo>
                  <a:lnTo>
                    <a:pt x="1920240" y="313690"/>
                  </a:lnTo>
                  <a:lnTo>
                    <a:pt x="1957070" y="303530"/>
                  </a:lnTo>
                  <a:close/>
                </a:path>
                <a:path w="3044190" h="833120">
                  <a:moveTo>
                    <a:pt x="2020570" y="287020"/>
                  </a:moveTo>
                  <a:lnTo>
                    <a:pt x="2019300" y="278130"/>
                  </a:lnTo>
                  <a:lnTo>
                    <a:pt x="1982470" y="287020"/>
                  </a:lnTo>
                  <a:lnTo>
                    <a:pt x="1985010" y="295910"/>
                  </a:lnTo>
                  <a:lnTo>
                    <a:pt x="2020570" y="287020"/>
                  </a:lnTo>
                  <a:close/>
                </a:path>
                <a:path w="3044190" h="833120">
                  <a:moveTo>
                    <a:pt x="2085340" y="269240"/>
                  </a:moveTo>
                  <a:lnTo>
                    <a:pt x="2082800" y="260350"/>
                  </a:lnTo>
                  <a:lnTo>
                    <a:pt x="2045970" y="270510"/>
                  </a:lnTo>
                  <a:lnTo>
                    <a:pt x="2048510" y="279400"/>
                  </a:lnTo>
                  <a:lnTo>
                    <a:pt x="2085340" y="269240"/>
                  </a:lnTo>
                  <a:close/>
                </a:path>
                <a:path w="3044190" h="833120">
                  <a:moveTo>
                    <a:pt x="2148840" y="252730"/>
                  </a:moveTo>
                  <a:lnTo>
                    <a:pt x="2146300" y="242570"/>
                  </a:lnTo>
                  <a:lnTo>
                    <a:pt x="2109470" y="252730"/>
                  </a:lnTo>
                  <a:lnTo>
                    <a:pt x="2112010" y="261620"/>
                  </a:lnTo>
                  <a:lnTo>
                    <a:pt x="2148840" y="252730"/>
                  </a:lnTo>
                  <a:close/>
                </a:path>
                <a:path w="3044190" h="833120">
                  <a:moveTo>
                    <a:pt x="2212340" y="234950"/>
                  </a:moveTo>
                  <a:lnTo>
                    <a:pt x="2209800" y="226060"/>
                  </a:lnTo>
                  <a:lnTo>
                    <a:pt x="2174240" y="234950"/>
                  </a:lnTo>
                  <a:lnTo>
                    <a:pt x="2176780" y="245110"/>
                  </a:lnTo>
                  <a:lnTo>
                    <a:pt x="2212340" y="234950"/>
                  </a:lnTo>
                  <a:close/>
                </a:path>
                <a:path w="3044190" h="833120">
                  <a:moveTo>
                    <a:pt x="2277110" y="217170"/>
                  </a:moveTo>
                  <a:lnTo>
                    <a:pt x="2274570" y="208280"/>
                  </a:lnTo>
                  <a:lnTo>
                    <a:pt x="2237740" y="218440"/>
                  </a:lnTo>
                  <a:lnTo>
                    <a:pt x="2240280" y="227330"/>
                  </a:lnTo>
                  <a:lnTo>
                    <a:pt x="2277110" y="217170"/>
                  </a:lnTo>
                  <a:close/>
                </a:path>
                <a:path w="3044190" h="833120">
                  <a:moveTo>
                    <a:pt x="2340610" y="199390"/>
                  </a:moveTo>
                  <a:lnTo>
                    <a:pt x="2338070" y="190500"/>
                  </a:lnTo>
                  <a:lnTo>
                    <a:pt x="2301240" y="200660"/>
                  </a:lnTo>
                  <a:lnTo>
                    <a:pt x="2303780" y="209550"/>
                  </a:lnTo>
                  <a:lnTo>
                    <a:pt x="2340610" y="199390"/>
                  </a:lnTo>
                  <a:close/>
                </a:path>
                <a:path w="3044190" h="833120">
                  <a:moveTo>
                    <a:pt x="2405380" y="182880"/>
                  </a:moveTo>
                  <a:lnTo>
                    <a:pt x="2402840" y="173990"/>
                  </a:lnTo>
                  <a:lnTo>
                    <a:pt x="2366010" y="184150"/>
                  </a:lnTo>
                  <a:lnTo>
                    <a:pt x="2368550" y="193040"/>
                  </a:lnTo>
                  <a:lnTo>
                    <a:pt x="2405380" y="182880"/>
                  </a:lnTo>
                  <a:close/>
                </a:path>
                <a:path w="3044190" h="833120">
                  <a:moveTo>
                    <a:pt x="2468880" y="165100"/>
                  </a:moveTo>
                  <a:lnTo>
                    <a:pt x="2466340" y="156210"/>
                  </a:lnTo>
                  <a:lnTo>
                    <a:pt x="2429510" y="166370"/>
                  </a:lnTo>
                  <a:lnTo>
                    <a:pt x="2432050" y="175260"/>
                  </a:lnTo>
                  <a:lnTo>
                    <a:pt x="2468880" y="165100"/>
                  </a:lnTo>
                  <a:close/>
                </a:path>
                <a:path w="3044190" h="833120">
                  <a:moveTo>
                    <a:pt x="2532380" y="148590"/>
                  </a:moveTo>
                  <a:lnTo>
                    <a:pt x="2529840" y="139700"/>
                  </a:lnTo>
                  <a:lnTo>
                    <a:pt x="2494280" y="148590"/>
                  </a:lnTo>
                  <a:lnTo>
                    <a:pt x="2496820" y="158750"/>
                  </a:lnTo>
                  <a:lnTo>
                    <a:pt x="2532380" y="148590"/>
                  </a:lnTo>
                  <a:close/>
                </a:path>
                <a:path w="3044190" h="833120">
                  <a:moveTo>
                    <a:pt x="2597150" y="130810"/>
                  </a:moveTo>
                  <a:lnTo>
                    <a:pt x="2594610" y="121920"/>
                  </a:lnTo>
                  <a:lnTo>
                    <a:pt x="2557780" y="132080"/>
                  </a:lnTo>
                  <a:lnTo>
                    <a:pt x="2560320" y="140970"/>
                  </a:lnTo>
                  <a:lnTo>
                    <a:pt x="2597150" y="130810"/>
                  </a:lnTo>
                  <a:close/>
                </a:path>
                <a:path w="3044190" h="833120">
                  <a:moveTo>
                    <a:pt x="2660650" y="113030"/>
                  </a:moveTo>
                  <a:lnTo>
                    <a:pt x="2658110" y="104140"/>
                  </a:lnTo>
                  <a:lnTo>
                    <a:pt x="2621280" y="114300"/>
                  </a:lnTo>
                  <a:lnTo>
                    <a:pt x="2623820" y="123190"/>
                  </a:lnTo>
                  <a:lnTo>
                    <a:pt x="2660650" y="113030"/>
                  </a:lnTo>
                  <a:close/>
                </a:path>
                <a:path w="3044190" h="833120">
                  <a:moveTo>
                    <a:pt x="2724150" y="96520"/>
                  </a:moveTo>
                  <a:lnTo>
                    <a:pt x="2721610" y="87630"/>
                  </a:lnTo>
                  <a:lnTo>
                    <a:pt x="2686050" y="96520"/>
                  </a:lnTo>
                  <a:lnTo>
                    <a:pt x="2688590" y="105410"/>
                  </a:lnTo>
                  <a:lnTo>
                    <a:pt x="2724150" y="96520"/>
                  </a:lnTo>
                  <a:close/>
                </a:path>
                <a:path w="3044190" h="833120">
                  <a:moveTo>
                    <a:pt x="2788920" y="78740"/>
                  </a:moveTo>
                  <a:lnTo>
                    <a:pt x="2786380" y="69850"/>
                  </a:lnTo>
                  <a:lnTo>
                    <a:pt x="2749550" y="80010"/>
                  </a:lnTo>
                  <a:lnTo>
                    <a:pt x="2752090" y="88900"/>
                  </a:lnTo>
                  <a:lnTo>
                    <a:pt x="2788920" y="78740"/>
                  </a:lnTo>
                  <a:close/>
                </a:path>
                <a:path w="3044190" h="833120">
                  <a:moveTo>
                    <a:pt x="2852420" y="62230"/>
                  </a:moveTo>
                  <a:lnTo>
                    <a:pt x="2849880" y="52070"/>
                  </a:lnTo>
                  <a:lnTo>
                    <a:pt x="2813050" y="62230"/>
                  </a:lnTo>
                  <a:lnTo>
                    <a:pt x="2815590" y="71120"/>
                  </a:lnTo>
                  <a:lnTo>
                    <a:pt x="2852420" y="62230"/>
                  </a:lnTo>
                  <a:close/>
                </a:path>
                <a:path w="3044190" h="833120">
                  <a:moveTo>
                    <a:pt x="2915920" y="44450"/>
                  </a:moveTo>
                  <a:lnTo>
                    <a:pt x="2913380" y="35560"/>
                  </a:lnTo>
                  <a:lnTo>
                    <a:pt x="2877820" y="45720"/>
                  </a:lnTo>
                  <a:lnTo>
                    <a:pt x="2879090" y="54610"/>
                  </a:lnTo>
                  <a:lnTo>
                    <a:pt x="2915920" y="44450"/>
                  </a:lnTo>
                  <a:close/>
                </a:path>
                <a:path w="3044190" h="833120">
                  <a:moveTo>
                    <a:pt x="2979420" y="26670"/>
                  </a:moveTo>
                  <a:lnTo>
                    <a:pt x="2978150" y="17780"/>
                  </a:lnTo>
                  <a:lnTo>
                    <a:pt x="2941320" y="27940"/>
                  </a:lnTo>
                  <a:lnTo>
                    <a:pt x="2943860" y="36830"/>
                  </a:lnTo>
                  <a:lnTo>
                    <a:pt x="2979420" y="26670"/>
                  </a:lnTo>
                  <a:close/>
                </a:path>
                <a:path w="3044190" h="833120">
                  <a:moveTo>
                    <a:pt x="3044190" y="8890"/>
                  </a:moveTo>
                  <a:lnTo>
                    <a:pt x="3041650" y="0"/>
                  </a:lnTo>
                  <a:lnTo>
                    <a:pt x="3004820" y="10160"/>
                  </a:lnTo>
                  <a:lnTo>
                    <a:pt x="3007360" y="19050"/>
                  </a:lnTo>
                  <a:lnTo>
                    <a:pt x="304419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00300" y="4978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282"/>
                  </a:lnTo>
                  <a:lnTo>
                    <a:pt x="10953" y="65246"/>
                  </a:lnTo>
                  <a:lnTo>
                    <a:pt x="2917" y="53161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3161"/>
                  </a:lnTo>
                  <a:lnTo>
                    <a:pt x="64769" y="65246"/>
                  </a:lnTo>
                  <a:lnTo>
                    <a:pt x="52625" y="73282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83082" y="5480050"/>
            <a:ext cx="1094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Centro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de </a:t>
            </a:r>
            <a:r>
              <a:rPr b="1" spc="-10" dirty="0">
                <a:latin typeface="Arial"/>
                <a:cs typeface="Arial"/>
              </a:rPr>
              <a:t>Projeção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4232" y="357505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P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35932" y="4184650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Q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57950" y="4946650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R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7279" y="4163059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P’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15692" y="4718050"/>
            <a:ext cx="268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Q’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8389" y="540385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R’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5729" y="3768090"/>
            <a:ext cx="34118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Q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é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ponto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médio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PR,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mas </a:t>
            </a:r>
            <a:r>
              <a:rPr b="1" dirty="0">
                <a:latin typeface="Arial"/>
                <a:cs typeface="Arial"/>
              </a:rPr>
              <a:t>Q’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não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é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ponto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médio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20" dirty="0">
                <a:latin typeface="Arial"/>
                <a:cs typeface="Arial"/>
              </a:rPr>
              <a:t> P’R’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821180" algn="l">
              <a:spcBef>
                <a:spcPts val="100"/>
              </a:spcBef>
            </a:pPr>
            <a:r>
              <a:rPr sz="4400" dirty="0"/>
              <a:t>Geometria</a:t>
            </a:r>
            <a:r>
              <a:rPr sz="4400" spc="-145" dirty="0"/>
              <a:t> </a:t>
            </a:r>
            <a:r>
              <a:rPr sz="4400" spc="-10" dirty="0"/>
              <a:t>Projetiva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551939"/>
            <a:ext cx="119380" cy="7340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spcBef>
                <a:spcPts val="37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  <a:p>
            <a:pPr marL="12700">
              <a:spcBef>
                <a:spcPts val="27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509524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1417321"/>
            <a:ext cx="10972800" cy="4102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1800">
              <a:lnSpc>
                <a:spcPct val="110700"/>
              </a:lnSpc>
              <a:spcBef>
                <a:spcPts val="10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Geometria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euclidiana: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duas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retas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paralelas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encontram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Geometria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projetiva: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assume-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existência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spc="-10" dirty="0">
                <a:solidFill>
                  <a:srgbClr val="002454"/>
                </a:solidFill>
                <a:latin typeface="Arial"/>
                <a:cs typeface="Arial"/>
              </a:rPr>
              <a:t>ideais</a:t>
            </a:r>
            <a:endParaRPr sz="21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2700">
              <a:lnSpc>
                <a:spcPts val="2270"/>
              </a:lnSpc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(no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infinito)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60"/>
              </a:spcBef>
              <a:buFont typeface="Wingdings"/>
              <a:buChar char=""/>
              <a:tabLst>
                <a:tab pos="4121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Retas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paralelas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encontram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num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ideal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104775" indent="-285750">
              <a:lnSpc>
                <a:spcPts val="2160"/>
              </a:lnSpc>
              <a:spcBef>
                <a:spcPts val="53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haver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mais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ideal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cada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inclinação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reta,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assume-se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fecha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sob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si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mesmo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676910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2D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tem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borda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no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infinito</a:t>
            </a:r>
            <a:r>
              <a:rPr sz="20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(feita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ideais)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5080" indent="-285750">
              <a:lnSpc>
                <a:spcPts val="2160"/>
              </a:lnSpc>
              <a:spcBef>
                <a:spcPts val="49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0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projetivas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podem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levar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ideais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pontos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euclidiano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vice-versa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29"/>
              </a:spcBef>
              <a:buFont typeface="Wingdings"/>
              <a:buChar char=""/>
              <a:tabLst>
                <a:tab pos="4121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Problemas: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variedade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orientável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2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(Vamos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geometria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projetiva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projetar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pontos)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821180" algn="l">
              <a:spcBef>
                <a:spcPts val="100"/>
              </a:spcBef>
            </a:pPr>
            <a:r>
              <a:rPr sz="4400" dirty="0"/>
              <a:t>Geometria</a:t>
            </a:r>
            <a:r>
              <a:rPr sz="4400" spc="-145" dirty="0"/>
              <a:t> </a:t>
            </a:r>
            <a:r>
              <a:rPr sz="4400" spc="-10" dirty="0"/>
              <a:t>Projetiva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972" y="2355850"/>
            <a:ext cx="6830059" cy="3014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582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2110" marR="5080" indent="-2898140">
              <a:spcBef>
                <a:spcPts val="100"/>
              </a:spcBef>
            </a:pPr>
            <a:r>
              <a:rPr sz="4400" dirty="0"/>
              <a:t>Coord</a:t>
            </a:r>
            <a:r>
              <a:rPr lang="pt-BR" sz="4400" dirty="0"/>
              <a:t>.</a:t>
            </a:r>
            <a:r>
              <a:rPr sz="4400" spc="-95" dirty="0"/>
              <a:t> </a:t>
            </a:r>
            <a:r>
              <a:rPr sz="4400" dirty="0"/>
              <a:t>homogêneas</a:t>
            </a:r>
            <a:r>
              <a:rPr sz="4400" spc="-75" dirty="0"/>
              <a:t> </a:t>
            </a:r>
            <a:r>
              <a:rPr sz="4400" dirty="0"/>
              <a:t>em</a:t>
            </a:r>
            <a:r>
              <a:rPr sz="4400" spc="-90" dirty="0"/>
              <a:t> </a:t>
            </a:r>
            <a:r>
              <a:rPr sz="4400" spc="-10" dirty="0"/>
              <a:t>espaço projetivo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550669"/>
            <a:ext cx="119380" cy="8636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spcBef>
                <a:spcPts val="88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  <a:p>
            <a:pPr marL="12700">
              <a:spcBef>
                <a:spcPts val="78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36182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69" y="473964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600" y="1371601"/>
            <a:ext cx="10896600" cy="45275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5400">
              <a:spcBef>
                <a:spcPts val="8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Representamos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(não</a:t>
            </a:r>
            <a:r>
              <a:rPr sz="21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vetores)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 marR="179070">
              <a:lnSpc>
                <a:spcPct val="109500"/>
              </a:lnSpc>
              <a:spcBef>
                <a:spcPts val="540"/>
              </a:spcBef>
              <a:tabLst>
                <a:tab pos="1657985" algn="l"/>
                <a:tab pos="2357755" algn="l"/>
              </a:tabLst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2D,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x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será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representado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c.h.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pela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matriz-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coluna</a:t>
            </a:r>
            <a:r>
              <a:rPr sz="21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[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x·</a:t>
            </a:r>
            <a:r>
              <a:rPr sz="2100" i="1" spc="-7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002454"/>
                </a:solidFill>
                <a:latin typeface="Arial"/>
                <a:cs typeface="Arial"/>
              </a:rPr>
              <a:t>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y·</a:t>
            </a:r>
            <a:r>
              <a:rPr sz="2100" i="1" spc="-1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002454"/>
                </a:solidFill>
                <a:latin typeface="Arial"/>
                <a:cs typeface="Arial"/>
              </a:rPr>
              <a:t>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w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]</a:t>
            </a:r>
            <a:r>
              <a:rPr baseline="27777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spc="-25" dirty="0">
                <a:solidFill>
                  <a:srgbClr val="002454"/>
                </a:solidFill>
                <a:latin typeface="Arial"/>
                <a:cs typeface="Arial"/>
              </a:rPr>
              <a:t>w</a:t>
            </a:r>
            <a:r>
              <a:rPr sz="2100" spc="-25" dirty="0">
                <a:solidFill>
                  <a:srgbClr val="002454"/>
                </a:solidFill>
                <a:latin typeface="Symbol"/>
                <a:cs typeface="Symbol"/>
              </a:rPr>
              <a:t>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5450" marR="1754505" indent="-285750">
              <a:lnSpc>
                <a:spcPct val="111700"/>
              </a:lnSpc>
              <a:spcBef>
                <a:spcPts val="459"/>
              </a:spcBef>
              <a:buFont typeface="Wingdings"/>
              <a:buChar char=""/>
              <a:tabLst>
                <a:tab pos="425450" algn="l"/>
                <a:tab pos="1500505" algn="l"/>
                <a:tab pos="396303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Assim,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(4,3)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representado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[8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6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2]</a:t>
            </a:r>
            <a:r>
              <a:rPr sz="1725" spc="-30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[12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9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3]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spc="4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[-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4</a:t>
            </a:r>
            <a:r>
              <a:rPr sz="2000" spc="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3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1]</a:t>
            </a:r>
            <a:r>
              <a:rPr sz="1725" spc="-30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>
              <a:spcBef>
                <a:spcPts val="110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1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coordenadas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homogêneas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 marR="17780">
              <a:lnSpc>
                <a:spcPct val="109900"/>
              </a:lnSpc>
              <a:tabLst>
                <a:tab pos="382270" algn="l"/>
                <a:tab pos="666115" algn="l"/>
                <a:tab pos="6571615" algn="l"/>
                <a:tab pos="7121525" algn="l"/>
              </a:tabLst>
            </a:pP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[</a:t>
            </a:r>
            <a:r>
              <a:rPr sz="2100" i="1" spc="-25" dirty="0">
                <a:solidFill>
                  <a:srgbClr val="002454"/>
                </a:solidFill>
                <a:latin typeface="Arial"/>
                <a:cs typeface="Arial"/>
              </a:rPr>
              <a:t>x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100" i="1" spc="-50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w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]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sua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representação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canônica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dada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[</a:t>
            </a:r>
            <a:r>
              <a:rPr sz="2100" i="1" spc="-20" dirty="0">
                <a:solidFill>
                  <a:srgbClr val="002454"/>
                </a:solidFill>
                <a:latin typeface="Arial"/>
                <a:cs typeface="Arial"/>
              </a:rPr>
              <a:t>x/w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100" i="1" spc="-25" dirty="0">
                <a:solidFill>
                  <a:srgbClr val="002454"/>
                </a:solidFill>
                <a:latin typeface="Arial"/>
                <a:cs typeface="Arial"/>
              </a:rPr>
              <a:t>y/w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1]</a:t>
            </a:r>
            <a:r>
              <a:rPr spc="-30" baseline="30092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.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Chamamos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essa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operação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divisão</a:t>
            </a:r>
            <a:r>
              <a:rPr sz="21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spc="-10" dirty="0">
                <a:solidFill>
                  <a:srgbClr val="002454"/>
                </a:solidFill>
                <a:latin typeface="Arial"/>
                <a:cs typeface="Arial"/>
              </a:rPr>
              <a:t>perspectiva</a:t>
            </a:r>
            <a:endParaRPr sz="21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25400">
              <a:spcBef>
                <a:spcPts val="77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Considere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x=y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: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(1,1),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(2,2),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740"/>
              </a:spcBef>
              <a:buFont typeface="Wingdings"/>
              <a:buChar char=""/>
              <a:tabLst>
                <a:tab pos="424815" algn="l"/>
                <a:tab pos="5901055" algn="l"/>
                <a:tab pos="618363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representá-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los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c.h.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[1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1]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[1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½]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740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Claramente,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ideal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dessa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[1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0]</a:t>
            </a:r>
            <a:r>
              <a:rPr sz="1725" spc="-37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endParaRPr sz="1725" baseline="28985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186180" algn="l">
              <a:spcBef>
                <a:spcPts val="100"/>
              </a:spcBef>
            </a:pPr>
            <a:r>
              <a:rPr sz="4400" dirty="0"/>
              <a:t>Transformações</a:t>
            </a:r>
            <a:r>
              <a:rPr sz="4400" spc="-145" dirty="0"/>
              <a:t> </a:t>
            </a:r>
            <a:r>
              <a:rPr sz="4400" spc="-10" dirty="0"/>
              <a:t>projetivas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0673" y="16179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3573" y="1596389"/>
            <a:ext cx="4456426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projeção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perpendicular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eixo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z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distância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200" i="1" spc="-4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C.P.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(que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na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origem)</a:t>
            </a:r>
            <a:r>
              <a:rPr sz="22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2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intercepta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semieixo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z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negativo,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então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um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dada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17230" y="5231129"/>
            <a:ext cx="735330" cy="0"/>
          </a:xfrm>
          <a:custGeom>
            <a:avLst/>
            <a:gdLst/>
            <a:ahLst/>
            <a:cxnLst/>
            <a:rect l="l" t="t" r="r" b="b"/>
            <a:pathLst>
              <a:path w="735329">
                <a:moveTo>
                  <a:pt x="0" y="0"/>
                </a:moveTo>
                <a:lnTo>
                  <a:pt x="7353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41559" y="5289550"/>
            <a:ext cx="8382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spc="-375" dirty="0">
                <a:latin typeface="Symbol"/>
                <a:cs typeface="Symbol"/>
              </a:rPr>
              <a:t>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6159" y="4682490"/>
            <a:ext cx="27813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3000" spc="-472" baseline="-37500" dirty="0">
                <a:latin typeface="Symbol"/>
                <a:cs typeface="Symbol"/>
              </a:rPr>
              <a:t></a:t>
            </a:r>
            <a:r>
              <a:rPr sz="3000" spc="-104" baseline="-3750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1059" y="4853940"/>
            <a:ext cx="8382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spc="-375" dirty="0">
                <a:latin typeface="Symbol"/>
                <a:cs typeface="Symbol"/>
              </a:rPr>
              <a:t>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2109" y="5027929"/>
            <a:ext cx="8013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  <a:tabLst>
                <a:tab pos="581025" algn="l"/>
              </a:tabLst>
            </a:pPr>
            <a:r>
              <a:rPr sz="2000" spc="-455" dirty="0">
                <a:latin typeface="Symbol"/>
                <a:cs typeface="Symbol"/>
              </a:rPr>
              <a:t>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d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spc="-45" dirty="0">
                <a:latin typeface="Times New Roman"/>
                <a:cs typeface="Times New Roman"/>
              </a:rPr>
              <a:t>1</a:t>
            </a:r>
            <a:r>
              <a:rPr sz="3000" spc="-67" baseline="-15277" dirty="0">
                <a:latin typeface="Symbol"/>
                <a:cs typeface="Symbol"/>
              </a:rPr>
              <a:t></a:t>
            </a:r>
            <a:endParaRPr sz="3000" baseline="-15277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3609" y="4838700"/>
            <a:ext cx="1790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i="1" spc="-5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1900" y="4869179"/>
            <a:ext cx="1790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i="1" spc="-5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95640" y="5224779"/>
            <a:ext cx="75819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2000" spc="-455" dirty="0">
                <a:latin typeface="Symbol"/>
                <a:cs typeface="Symbol"/>
              </a:rPr>
              <a:t>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P</a:t>
            </a:r>
            <a:r>
              <a:rPr sz="1725" i="1" spc="-60" baseline="-24154" dirty="0">
                <a:latin typeface="Times New Roman"/>
                <a:cs typeface="Times New Roman"/>
              </a:rPr>
              <a:t>z</a:t>
            </a:r>
            <a:r>
              <a:rPr sz="1725" i="1" spc="150" baseline="-241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/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95690" y="5006340"/>
            <a:ext cx="90170" cy="1910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150" i="1" spc="-50" dirty="0">
                <a:latin typeface="Times New Roman"/>
                <a:cs typeface="Times New Roman"/>
              </a:rPr>
              <a:t>y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85659" y="5224779"/>
            <a:ext cx="88138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3000" spc="-472" baseline="-13888" dirty="0">
                <a:latin typeface="Symbol"/>
                <a:cs typeface="Symbol"/>
              </a:rPr>
              <a:t></a:t>
            </a:r>
            <a:r>
              <a:rPr sz="3000" spc="15" baseline="-13888" dirty="0">
                <a:latin typeface="Times New Roman"/>
                <a:cs typeface="Times New Roman"/>
              </a:rPr>
              <a:t> </a:t>
            </a:r>
            <a:r>
              <a:rPr sz="2000" spc="-455" dirty="0">
                <a:latin typeface="Symbol"/>
                <a:cs typeface="Symbol"/>
              </a:rPr>
              <a:t>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P</a:t>
            </a:r>
            <a:r>
              <a:rPr sz="1725" i="1" spc="-60" baseline="-24154" dirty="0">
                <a:latin typeface="Times New Roman"/>
                <a:cs typeface="Times New Roman"/>
              </a:rPr>
              <a:t>z</a:t>
            </a:r>
            <a:r>
              <a:rPr sz="1725" i="1" spc="157" baseline="-241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/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3220" y="4931409"/>
            <a:ext cx="139065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  <a:tabLst>
                <a:tab pos="1005205" algn="l"/>
                <a:tab pos="1351915" algn="l"/>
              </a:tabLst>
            </a:pPr>
            <a:r>
              <a:rPr sz="3000" i="1" baseline="-20833" dirty="0">
                <a:latin typeface="Times New Roman"/>
                <a:cs typeface="Times New Roman"/>
              </a:rPr>
              <a:t>P</a:t>
            </a:r>
            <a:r>
              <a:rPr sz="3000" baseline="-18055" dirty="0">
                <a:latin typeface="Symbol"/>
                <a:cs typeface="Symbol"/>
              </a:rPr>
              <a:t></a:t>
            </a:r>
            <a:r>
              <a:rPr sz="3000" spc="135" baseline="-18055" dirty="0">
                <a:latin typeface="Times New Roman"/>
                <a:cs typeface="Times New Roman"/>
              </a:rPr>
              <a:t> </a:t>
            </a:r>
            <a:r>
              <a:rPr sz="3000" spc="-682" baseline="-20833" dirty="0">
                <a:latin typeface="Symbol"/>
                <a:cs typeface="Symbol"/>
              </a:rPr>
              <a:t></a:t>
            </a:r>
            <a:r>
              <a:rPr sz="3000" spc="615" baseline="-20833" dirty="0">
                <a:latin typeface="Times New Roman"/>
                <a:cs typeface="Times New Roman"/>
              </a:rPr>
              <a:t> </a:t>
            </a:r>
            <a:r>
              <a:rPr sz="3000" spc="-472" baseline="-36111" dirty="0">
                <a:latin typeface="Symbol"/>
                <a:cs typeface="Symbol"/>
              </a:rPr>
              <a:t></a:t>
            </a:r>
            <a:r>
              <a:rPr sz="3000" spc="-179" baseline="-36111" dirty="0">
                <a:latin typeface="Times New Roman"/>
                <a:cs typeface="Times New Roman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5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11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51050" y="1367789"/>
            <a:ext cx="3583940" cy="2599690"/>
            <a:chOff x="527050" y="1367789"/>
            <a:chExt cx="3583940" cy="2599690"/>
          </a:xfrm>
        </p:grpSpPr>
        <p:sp>
          <p:nvSpPr>
            <p:cNvPr id="17" name="object 17"/>
            <p:cNvSpPr/>
            <p:nvPr/>
          </p:nvSpPr>
          <p:spPr>
            <a:xfrm>
              <a:off x="527050" y="2362199"/>
              <a:ext cx="825500" cy="749300"/>
            </a:xfrm>
            <a:custGeom>
              <a:avLst/>
              <a:gdLst/>
              <a:ahLst/>
              <a:cxnLst/>
              <a:rect l="l" t="t" r="r" b="b"/>
              <a:pathLst>
                <a:path w="825500" h="749300">
                  <a:moveTo>
                    <a:pt x="825500" y="125730"/>
                  </a:moveTo>
                  <a:lnTo>
                    <a:pt x="762000" y="0"/>
                  </a:lnTo>
                  <a:lnTo>
                    <a:pt x="698500" y="125730"/>
                  </a:lnTo>
                  <a:lnTo>
                    <a:pt x="756920" y="125730"/>
                  </a:lnTo>
                  <a:lnTo>
                    <a:pt x="756920" y="680720"/>
                  </a:lnTo>
                  <a:lnTo>
                    <a:pt x="125730" y="680720"/>
                  </a:lnTo>
                  <a:lnTo>
                    <a:pt x="125730" y="622300"/>
                  </a:lnTo>
                  <a:lnTo>
                    <a:pt x="0" y="685800"/>
                  </a:lnTo>
                  <a:lnTo>
                    <a:pt x="125730" y="749300"/>
                  </a:lnTo>
                  <a:lnTo>
                    <a:pt x="125730" y="690880"/>
                  </a:lnTo>
                  <a:lnTo>
                    <a:pt x="762000" y="690880"/>
                  </a:lnTo>
                  <a:lnTo>
                    <a:pt x="762000" y="685800"/>
                  </a:lnTo>
                  <a:lnTo>
                    <a:pt x="767080" y="685800"/>
                  </a:lnTo>
                  <a:lnTo>
                    <a:pt x="767080" y="125730"/>
                  </a:lnTo>
                  <a:lnTo>
                    <a:pt x="825500" y="1257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55850" y="1676399"/>
              <a:ext cx="0" cy="2286000"/>
            </a:xfrm>
            <a:custGeom>
              <a:avLst/>
              <a:gdLst/>
              <a:ahLst/>
              <a:cxnLst/>
              <a:rect l="l" t="t" r="r" b="b"/>
              <a:pathLst>
                <a:path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46450" y="1752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3095"/>
                  </a:lnTo>
                  <a:lnTo>
                    <a:pt x="10953" y="11429"/>
                  </a:lnTo>
                  <a:lnTo>
                    <a:pt x="2917" y="23574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29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6450" y="1752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29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6510" y="2922269"/>
              <a:ext cx="208279" cy="129539"/>
            </a:xfrm>
            <a:custGeom>
              <a:avLst/>
              <a:gdLst/>
              <a:ahLst/>
              <a:cxnLst/>
              <a:rect l="l" t="t" r="r" b="b"/>
              <a:pathLst>
                <a:path w="208280" h="129539">
                  <a:moveTo>
                    <a:pt x="38100" y="110490"/>
                  </a:moveTo>
                  <a:lnTo>
                    <a:pt x="33020" y="101600"/>
                  </a:lnTo>
                  <a:lnTo>
                    <a:pt x="0" y="121920"/>
                  </a:lnTo>
                  <a:lnTo>
                    <a:pt x="5080" y="129540"/>
                  </a:lnTo>
                  <a:lnTo>
                    <a:pt x="38100" y="110490"/>
                  </a:lnTo>
                  <a:close/>
                </a:path>
                <a:path w="208280" h="129539">
                  <a:moveTo>
                    <a:pt x="93980" y="76200"/>
                  </a:moveTo>
                  <a:lnTo>
                    <a:pt x="90170" y="68580"/>
                  </a:lnTo>
                  <a:lnTo>
                    <a:pt x="57150" y="87630"/>
                  </a:lnTo>
                  <a:lnTo>
                    <a:pt x="62230" y="95250"/>
                  </a:lnTo>
                  <a:lnTo>
                    <a:pt x="93980" y="76200"/>
                  </a:lnTo>
                  <a:close/>
                </a:path>
                <a:path w="208280" h="129539">
                  <a:moveTo>
                    <a:pt x="151130" y="41910"/>
                  </a:moveTo>
                  <a:lnTo>
                    <a:pt x="146050" y="34290"/>
                  </a:lnTo>
                  <a:lnTo>
                    <a:pt x="114300" y="53340"/>
                  </a:lnTo>
                  <a:lnTo>
                    <a:pt x="119380" y="62230"/>
                  </a:lnTo>
                  <a:lnTo>
                    <a:pt x="151130" y="41910"/>
                  </a:lnTo>
                  <a:close/>
                </a:path>
                <a:path w="208280" h="129539">
                  <a:moveTo>
                    <a:pt x="208280" y="8890"/>
                  </a:moveTo>
                  <a:lnTo>
                    <a:pt x="203200" y="0"/>
                  </a:lnTo>
                  <a:lnTo>
                    <a:pt x="171450" y="20320"/>
                  </a:lnTo>
                  <a:lnTo>
                    <a:pt x="175260" y="27940"/>
                  </a:lnTo>
                  <a:lnTo>
                    <a:pt x="20828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110" y="2787650"/>
              <a:ext cx="207009" cy="1282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42440" y="2720339"/>
              <a:ext cx="93980" cy="60960"/>
            </a:xfrm>
            <a:custGeom>
              <a:avLst/>
              <a:gdLst/>
              <a:ahLst/>
              <a:cxnLst/>
              <a:rect l="l" t="t" r="r" b="b"/>
              <a:pathLst>
                <a:path w="93980" h="60960">
                  <a:moveTo>
                    <a:pt x="36830" y="40640"/>
                  </a:moveTo>
                  <a:lnTo>
                    <a:pt x="31750" y="33020"/>
                  </a:lnTo>
                  <a:lnTo>
                    <a:pt x="0" y="52070"/>
                  </a:lnTo>
                  <a:lnTo>
                    <a:pt x="5080" y="60960"/>
                  </a:lnTo>
                  <a:lnTo>
                    <a:pt x="36830" y="40640"/>
                  </a:lnTo>
                  <a:close/>
                </a:path>
                <a:path w="93980" h="60960">
                  <a:moveTo>
                    <a:pt x="93980" y="7620"/>
                  </a:moveTo>
                  <a:lnTo>
                    <a:pt x="88900" y="0"/>
                  </a:lnTo>
                  <a:lnTo>
                    <a:pt x="57150" y="19050"/>
                  </a:lnTo>
                  <a:lnTo>
                    <a:pt x="60960" y="26670"/>
                  </a:lnTo>
                  <a:lnTo>
                    <a:pt x="9398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6739" y="2584450"/>
              <a:ext cx="207010" cy="12827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084070" y="2313939"/>
              <a:ext cx="435609" cy="264160"/>
            </a:xfrm>
            <a:custGeom>
              <a:avLst/>
              <a:gdLst/>
              <a:ahLst/>
              <a:cxnLst/>
              <a:rect l="l" t="t" r="r" b="b"/>
              <a:pathLst>
                <a:path w="435610" h="264160">
                  <a:moveTo>
                    <a:pt x="36830" y="245110"/>
                  </a:moveTo>
                  <a:lnTo>
                    <a:pt x="31750" y="236220"/>
                  </a:lnTo>
                  <a:lnTo>
                    <a:pt x="0" y="255270"/>
                  </a:lnTo>
                  <a:lnTo>
                    <a:pt x="5080" y="264160"/>
                  </a:lnTo>
                  <a:lnTo>
                    <a:pt x="36830" y="245110"/>
                  </a:lnTo>
                  <a:close/>
                </a:path>
                <a:path w="435610" h="264160">
                  <a:moveTo>
                    <a:pt x="93980" y="210820"/>
                  </a:moveTo>
                  <a:lnTo>
                    <a:pt x="88900" y="201930"/>
                  </a:lnTo>
                  <a:lnTo>
                    <a:pt x="57150" y="222250"/>
                  </a:lnTo>
                  <a:lnTo>
                    <a:pt x="60960" y="229870"/>
                  </a:lnTo>
                  <a:lnTo>
                    <a:pt x="93980" y="210820"/>
                  </a:lnTo>
                  <a:close/>
                </a:path>
                <a:path w="435610" h="264160">
                  <a:moveTo>
                    <a:pt x="151130" y="176530"/>
                  </a:moveTo>
                  <a:lnTo>
                    <a:pt x="146050" y="168910"/>
                  </a:lnTo>
                  <a:lnTo>
                    <a:pt x="114300" y="187960"/>
                  </a:lnTo>
                  <a:lnTo>
                    <a:pt x="118110" y="195580"/>
                  </a:lnTo>
                  <a:lnTo>
                    <a:pt x="151130" y="176530"/>
                  </a:lnTo>
                  <a:close/>
                </a:path>
                <a:path w="435610" h="264160">
                  <a:moveTo>
                    <a:pt x="208280" y="143510"/>
                  </a:moveTo>
                  <a:lnTo>
                    <a:pt x="203200" y="134620"/>
                  </a:lnTo>
                  <a:lnTo>
                    <a:pt x="170180" y="153670"/>
                  </a:lnTo>
                  <a:lnTo>
                    <a:pt x="175260" y="162560"/>
                  </a:lnTo>
                  <a:lnTo>
                    <a:pt x="208280" y="143510"/>
                  </a:lnTo>
                  <a:close/>
                </a:path>
                <a:path w="435610" h="264160">
                  <a:moveTo>
                    <a:pt x="265430" y="109220"/>
                  </a:moveTo>
                  <a:lnTo>
                    <a:pt x="260350" y="100330"/>
                  </a:lnTo>
                  <a:lnTo>
                    <a:pt x="227330" y="120650"/>
                  </a:lnTo>
                  <a:lnTo>
                    <a:pt x="232410" y="128270"/>
                  </a:lnTo>
                  <a:lnTo>
                    <a:pt x="265430" y="109220"/>
                  </a:lnTo>
                  <a:close/>
                </a:path>
                <a:path w="435610" h="264160">
                  <a:moveTo>
                    <a:pt x="321310" y="74930"/>
                  </a:moveTo>
                  <a:lnTo>
                    <a:pt x="316230" y="67310"/>
                  </a:lnTo>
                  <a:lnTo>
                    <a:pt x="284480" y="86360"/>
                  </a:lnTo>
                  <a:lnTo>
                    <a:pt x="289560" y="93980"/>
                  </a:lnTo>
                  <a:lnTo>
                    <a:pt x="321310" y="74930"/>
                  </a:lnTo>
                  <a:close/>
                </a:path>
                <a:path w="435610" h="264160">
                  <a:moveTo>
                    <a:pt x="378460" y="41910"/>
                  </a:moveTo>
                  <a:lnTo>
                    <a:pt x="373380" y="33020"/>
                  </a:lnTo>
                  <a:lnTo>
                    <a:pt x="341630" y="52070"/>
                  </a:lnTo>
                  <a:lnTo>
                    <a:pt x="346710" y="60960"/>
                  </a:lnTo>
                  <a:lnTo>
                    <a:pt x="378460" y="41910"/>
                  </a:lnTo>
                  <a:close/>
                </a:path>
                <a:path w="435610" h="264160">
                  <a:moveTo>
                    <a:pt x="435610" y="7620"/>
                  </a:moveTo>
                  <a:lnTo>
                    <a:pt x="430530" y="0"/>
                  </a:lnTo>
                  <a:lnTo>
                    <a:pt x="397510" y="19050"/>
                  </a:lnTo>
                  <a:lnTo>
                    <a:pt x="402590" y="26670"/>
                  </a:lnTo>
                  <a:lnTo>
                    <a:pt x="43561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0000" y="2212339"/>
              <a:ext cx="149860" cy="93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10180" y="2110739"/>
              <a:ext cx="151130" cy="95250"/>
            </a:xfrm>
            <a:custGeom>
              <a:avLst/>
              <a:gdLst/>
              <a:ahLst/>
              <a:cxnLst/>
              <a:rect l="l" t="t" r="r" b="b"/>
              <a:pathLst>
                <a:path w="151130" h="95250">
                  <a:moveTo>
                    <a:pt x="36830" y="74930"/>
                  </a:moveTo>
                  <a:lnTo>
                    <a:pt x="31750" y="67310"/>
                  </a:lnTo>
                  <a:lnTo>
                    <a:pt x="0" y="86360"/>
                  </a:lnTo>
                  <a:lnTo>
                    <a:pt x="5080" y="95250"/>
                  </a:lnTo>
                  <a:lnTo>
                    <a:pt x="36830" y="74930"/>
                  </a:lnTo>
                  <a:close/>
                </a:path>
                <a:path w="151130" h="95250">
                  <a:moveTo>
                    <a:pt x="93980" y="41910"/>
                  </a:moveTo>
                  <a:lnTo>
                    <a:pt x="88900" y="33020"/>
                  </a:lnTo>
                  <a:lnTo>
                    <a:pt x="57150" y="53340"/>
                  </a:lnTo>
                  <a:lnTo>
                    <a:pt x="60960" y="60960"/>
                  </a:lnTo>
                  <a:lnTo>
                    <a:pt x="93980" y="41910"/>
                  </a:lnTo>
                  <a:close/>
                </a:path>
                <a:path w="151130" h="95250">
                  <a:moveTo>
                    <a:pt x="151130" y="7620"/>
                  </a:moveTo>
                  <a:lnTo>
                    <a:pt x="146050" y="0"/>
                  </a:lnTo>
                  <a:lnTo>
                    <a:pt x="113030" y="19050"/>
                  </a:lnTo>
                  <a:lnTo>
                    <a:pt x="118110" y="26670"/>
                  </a:lnTo>
                  <a:lnTo>
                    <a:pt x="15113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1629" y="2009139"/>
              <a:ext cx="149859" cy="952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51810" y="1737359"/>
              <a:ext cx="435609" cy="265430"/>
            </a:xfrm>
            <a:custGeom>
              <a:avLst/>
              <a:gdLst/>
              <a:ahLst/>
              <a:cxnLst/>
              <a:rect l="l" t="t" r="r" b="b"/>
              <a:pathLst>
                <a:path w="435610" h="265430">
                  <a:moveTo>
                    <a:pt x="36830" y="245110"/>
                  </a:moveTo>
                  <a:lnTo>
                    <a:pt x="31750" y="237490"/>
                  </a:lnTo>
                  <a:lnTo>
                    <a:pt x="0" y="256540"/>
                  </a:lnTo>
                  <a:lnTo>
                    <a:pt x="5080" y="265430"/>
                  </a:lnTo>
                  <a:lnTo>
                    <a:pt x="36830" y="245110"/>
                  </a:lnTo>
                  <a:close/>
                </a:path>
                <a:path w="435610" h="265430">
                  <a:moveTo>
                    <a:pt x="93980" y="212090"/>
                  </a:moveTo>
                  <a:lnTo>
                    <a:pt x="88900" y="203200"/>
                  </a:lnTo>
                  <a:lnTo>
                    <a:pt x="57150" y="222250"/>
                  </a:lnTo>
                  <a:lnTo>
                    <a:pt x="60960" y="231140"/>
                  </a:lnTo>
                  <a:lnTo>
                    <a:pt x="93980" y="212090"/>
                  </a:lnTo>
                  <a:close/>
                </a:path>
                <a:path w="435610" h="265430">
                  <a:moveTo>
                    <a:pt x="151130" y="177800"/>
                  </a:moveTo>
                  <a:lnTo>
                    <a:pt x="146050" y="170180"/>
                  </a:lnTo>
                  <a:lnTo>
                    <a:pt x="114300" y="189230"/>
                  </a:lnTo>
                  <a:lnTo>
                    <a:pt x="118110" y="196850"/>
                  </a:lnTo>
                  <a:lnTo>
                    <a:pt x="151130" y="177800"/>
                  </a:lnTo>
                  <a:close/>
                </a:path>
                <a:path w="435610" h="265430">
                  <a:moveTo>
                    <a:pt x="208280" y="143510"/>
                  </a:moveTo>
                  <a:lnTo>
                    <a:pt x="203200" y="135890"/>
                  </a:lnTo>
                  <a:lnTo>
                    <a:pt x="170180" y="154940"/>
                  </a:lnTo>
                  <a:lnTo>
                    <a:pt x="175260" y="163830"/>
                  </a:lnTo>
                  <a:lnTo>
                    <a:pt x="208280" y="143510"/>
                  </a:lnTo>
                  <a:close/>
                </a:path>
                <a:path w="435610" h="265430">
                  <a:moveTo>
                    <a:pt x="265430" y="110490"/>
                  </a:moveTo>
                  <a:lnTo>
                    <a:pt x="260350" y="101600"/>
                  </a:lnTo>
                  <a:lnTo>
                    <a:pt x="227330" y="121920"/>
                  </a:lnTo>
                  <a:lnTo>
                    <a:pt x="232410" y="129540"/>
                  </a:lnTo>
                  <a:lnTo>
                    <a:pt x="265430" y="110490"/>
                  </a:lnTo>
                  <a:close/>
                </a:path>
                <a:path w="435610" h="265430">
                  <a:moveTo>
                    <a:pt x="321310" y="76200"/>
                  </a:moveTo>
                  <a:lnTo>
                    <a:pt x="317500" y="68580"/>
                  </a:lnTo>
                  <a:lnTo>
                    <a:pt x="284480" y="87630"/>
                  </a:lnTo>
                  <a:lnTo>
                    <a:pt x="289560" y="95250"/>
                  </a:lnTo>
                  <a:lnTo>
                    <a:pt x="321310" y="76200"/>
                  </a:lnTo>
                  <a:close/>
                </a:path>
                <a:path w="435610" h="265430">
                  <a:moveTo>
                    <a:pt x="378460" y="41910"/>
                  </a:moveTo>
                  <a:lnTo>
                    <a:pt x="373380" y="34290"/>
                  </a:lnTo>
                  <a:lnTo>
                    <a:pt x="341630" y="53340"/>
                  </a:lnTo>
                  <a:lnTo>
                    <a:pt x="346710" y="60960"/>
                  </a:lnTo>
                  <a:lnTo>
                    <a:pt x="378460" y="41910"/>
                  </a:lnTo>
                  <a:close/>
                </a:path>
                <a:path w="435610" h="265430">
                  <a:moveTo>
                    <a:pt x="435610" y="8890"/>
                  </a:moveTo>
                  <a:lnTo>
                    <a:pt x="430530" y="0"/>
                  </a:lnTo>
                  <a:lnTo>
                    <a:pt x="398780" y="20320"/>
                  </a:lnTo>
                  <a:lnTo>
                    <a:pt x="402590" y="27940"/>
                  </a:lnTo>
                  <a:lnTo>
                    <a:pt x="43561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7739" y="1602739"/>
              <a:ext cx="207010" cy="12827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735070" y="1534159"/>
              <a:ext cx="93980" cy="62230"/>
            </a:xfrm>
            <a:custGeom>
              <a:avLst/>
              <a:gdLst/>
              <a:ahLst/>
              <a:cxnLst/>
              <a:rect l="l" t="t" r="r" b="b"/>
              <a:pathLst>
                <a:path w="93979" h="62230">
                  <a:moveTo>
                    <a:pt x="36830" y="41910"/>
                  </a:moveTo>
                  <a:lnTo>
                    <a:pt x="31750" y="34290"/>
                  </a:lnTo>
                  <a:lnTo>
                    <a:pt x="0" y="53340"/>
                  </a:lnTo>
                  <a:lnTo>
                    <a:pt x="5080" y="62230"/>
                  </a:lnTo>
                  <a:lnTo>
                    <a:pt x="36830" y="41910"/>
                  </a:lnTo>
                  <a:close/>
                </a:path>
                <a:path w="93979" h="62230">
                  <a:moveTo>
                    <a:pt x="93980" y="8890"/>
                  </a:moveTo>
                  <a:lnTo>
                    <a:pt x="88900" y="0"/>
                  </a:lnTo>
                  <a:lnTo>
                    <a:pt x="57150" y="20320"/>
                  </a:lnTo>
                  <a:lnTo>
                    <a:pt x="60960" y="27940"/>
                  </a:lnTo>
                  <a:lnTo>
                    <a:pt x="9398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9370" y="1399539"/>
              <a:ext cx="207009" cy="12827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317750" y="1367789"/>
              <a:ext cx="1793239" cy="1070610"/>
            </a:xfrm>
            <a:custGeom>
              <a:avLst/>
              <a:gdLst/>
              <a:ahLst/>
              <a:cxnLst/>
              <a:rect l="l" t="t" r="r" b="b"/>
              <a:pathLst>
                <a:path w="1793239" h="1070610">
                  <a:moveTo>
                    <a:pt x="76200" y="1032510"/>
                  </a:moveTo>
                  <a:lnTo>
                    <a:pt x="73101" y="1017460"/>
                  </a:lnTo>
                  <a:lnTo>
                    <a:pt x="64770" y="1005370"/>
                  </a:lnTo>
                  <a:lnTo>
                    <a:pt x="52616" y="997331"/>
                  </a:lnTo>
                  <a:lnTo>
                    <a:pt x="38100" y="994410"/>
                  </a:lnTo>
                  <a:lnTo>
                    <a:pt x="23571" y="997331"/>
                  </a:lnTo>
                  <a:lnTo>
                    <a:pt x="11430" y="1005370"/>
                  </a:lnTo>
                  <a:lnTo>
                    <a:pt x="3086" y="1017460"/>
                  </a:lnTo>
                  <a:lnTo>
                    <a:pt x="0" y="1032510"/>
                  </a:lnTo>
                  <a:lnTo>
                    <a:pt x="3086" y="1047038"/>
                  </a:lnTo>
                  <a:lnTo>
                    <a:pt x="11417" y="1059180"/>
                  </a:lnTo>
                  <a:lnTo>
                    <a:pt x="23571" y="1067523"/>
                  </a:lnTo>
                  <a:lnTo>
                    <a:pt x="38100" y="1070610"/>
                  </a:lnTo>
                  <a:lnTo>
                    <a:pt x="52616" y="1067523"/>
                  </a:lnTo>
                  <a:lnTo>
                    <a:pt x="64770" y="1059180"/>
                  </a:lnTo>
                  <a:lnTo>
                    <a:pt x="73101" y="1047038"/>
                  </a:lnTo>
                  <a:lnTo>
                    <a:pt x="76200" y="1032510"/>
                  </a:lnTo>
                  <a:close/>
                </a:path>
                <a:path w="1793239" h="1070610">
                  <a:moveTo>
                    <a:pt x="1793240" y="7620"/>
                  </a:moveTo>
                  <a:lnTo>
                    <a:pt x="1788160" y="0"/>
                  </a:lnTo>
                  <a:lnTo>
                    <a:pt x="1758950" y="16510"/>
                  </a:lnTo>
                  <a:lnTo>
                    <a:pt x="1764030" y="25400"/>
                  </a:lnTo>
                  <a:lnTo>
                    <a:pt x="179324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17750" y="2362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30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07543" y="3096259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19040" y="1710690"/>
            <a:ext cx="1403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P=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sz="1575" i="1" baseline="-23809" dirty="0">
                <a:latin typeface="Times New Roman"/>
                <a:cs typeface="Times New Roman"/>
              </a:rPr>
              <a:t>x</a:t>
            </a:r>
            <a:r>
              <a:rPr sz="1575" i="1" spc="270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</a:t>
            </a:r>
            <a:r>
              <a:rPr sz="1575" i="1" baseline="-23809" dirty="0">
                <a:latin typeface="Times New Roman"/>
                <a:cs typeface="Times New Roman"/>
              </a:rPr>
              <a:t>y</a:t>
            </a:r>
            <a:r>
              <a:rPr sz="1575" i="1" spc="270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</a:t>
            </a:r>
            <a:r>
              <a:rPr sz="1575" i="1" baseline="-23809" dirty="0">
                <a:latin typeface="Times New Roman"/>
                <a:cs typeface="Times New Roman"/>
              </a:rPr>
              <a:t>z</a:t>
            </a:r>
            <a:r>
              <a:rPr sz="1575" i="1" spc="254" baseline="-23809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)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27250" y="1447800"/>
            <a:ext cx="1744980" cy="609600"/>
          </a:xfrm>
          <a:custGeom>
            <a:avLst/>
            <a:gdLst/>
            <a:ahLst/>
            <a:cxnLst/>
            <a:rect l="l" t="t" r="r" b="b"/>
            <a:pathLst>
              <a:path w="1744980" h="609600">
                <a:moveTo>
                  <a:pt x="215900" y="0"/>
                </a:moveTo>
                <a:lnTo>
                  <a:pt x="151993" y="5557"/>
                </a:lnTo>
                <a:lnTo>
                  <a:pt x="93268" y="20685"/>
                </a:lnTo>
                <a:lnTo>
                  <a:pt x="44907" y="43068"/>
                </a:lnTo>
                <a:lnTo>
                  <a:pt x="12090" y="70388"/>
                </a:lnTo>
                <a:lnTo>
                  <a:pt x="0" y="100329"/>
                </a:lnTo>
                <a:lnTo>
                  <a:pt x="0" y="101520"/>
                </a:lnTo>
                <a:lnTo>
                  <a:pt x="0" y="109854"/>
                </a:lnTo>
                <a:lnTo>
                  <a:pt x="0" y="508000"/>
                </a:lnTo>
                <a:lnTo>
                  <a:pt x="12090" y="538073"/>
                </a:lnTo>
                <a:lnTo>
                  <a:pt x="44907" y="565708"/>
                </a:lnTo>
                <a:lnTo>
                  <a:pt x="93268" y="588467"/>
                </a:lnTo>
                <a:lnTo>
                  <a:pt x="151993" y="603910"/>
                </a:lnTo>
                <a:lnTo>
                  <a:pt x="215900" y="609600"/>
                </a:lnTo>
                <a:lnTo>
                  <a:pt x="218420" y="609600"/>
                </a:lnTo>
                <a:lnTo>
                  <a:pt x="236061" y="609600"/>
                </a:lnTo>
                <a:lnTo>
                  <a:pt x="1079500" y="609600"/>
                </a:lnTo>
                <a:lnTo>
                  <a:pt x="1143406" y="603910"/>
                </a:lnTo>
                <a:lnTo>
                  <a:pt x="1202131" y="588467"/>
                </a:lnTo>
                <a:lnTo>
                  <a:pt x="1250492" y="565708"/>
                </a:lnTo>
                <a:lnTo>
                  <a:pt x="1283309" y="538073"/>
                </a:lnTo>
                <a:lnTo>
                  <a:pt x="1295400" y="508000"/>
                </a:lnTo>
                <a:lnTo>
                  <a:pt x="1302424" y="507484"/>
                </a:lnTo>
                <a:lnTo>
                  <a:pt x="1351597" y="503872"/>
                </a:lnTo>
                <a:lnTo>
                  <a:pt x="1485066" y="494069"/>
                </a:lnTo>
                <a:lnTo>
                  <a:pt x="1744980" y="474979"/>
                </a:lnTo>
                <a:lnTo>
                  <a:pt x="1737955" y="473114"/>
                </a:lnTo>
                <a:lnTo>
                  <a:pt x="1688782" y="460057"/>
                </a:lnTo>
                <a:lnTo>
                  <a:pt x="1555313" y="424616"/>
                </a:lnTo>
                <a:lnTo>
                  <a:pt x="1295400" y="355600"/>
                </a:lnTo>
                <a:lnTo>
                  <a:pt x="1295400" y="100329"/>
                </a:lnTo>
                <a:lnTo>
                  <a:pt x="1283309" y="70388"/>
                </a:lnTo>
                <a:lnTo>
                  <a:pt x="1250492" y="43068"/>
                </a:lnTo>
                <a:lnTo>
                  <a:pt x="1202131" y="20685"/>
                </a:lnTo>
                <a:lnTo>
                  <a:pt x="1143406" y="5557"/>
                </a:lnTo>
                <a:lnTo>
                  <a:pt x="1079500" y="0"/>
                </a:lnTo>
                <a:lnTo>
                  <a:pt x="1076979" y="0"/>
                </a:lnTo>
                <a:lnTo>
                  <a:pt x="1059338" y="0"/>
                </a:lnTo>
                <a:lnTo>
                  <a:pt x="309145" y="0"/>
                </a:lnTo>
                <a:lnTo>
                  <a:pt x="215900" y="0"/>
                </a:lnTo>
                <a:close/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312672" y="1465579"/>
            <a:ext cx="926465" cy="96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Plano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de </a:t>
            </a:r>
            <a:r>
              <a:rPr spc="-10" dirty="0">
                <a:latin typeface="Arial MT"/>
                <a:cs typeface="Arial MT"/>
              </a:rPr>
              <a:t>projeção</a:t>
            </a:r>
            <a:endParaRPr dirty="0">
              <a:latin typeface="Arial MT"/>
              <a:cs typeface="Arial MT"/>
            </a:endParaRPr>
          </a:p>
          <a:p>
            <a:pPr marL="220979">
              <a:spcBef>
                <a:spcPts val="910"/>
              </a:spcBef>
            </a:pPr>
            <a:r>
              <a:rPr i="1" spc="-50" dirty="0">
                <a:latin typeface="Times New Roman"/>
                <a:cs typeface="Times New Roman"/>
              </a:rPr>
              <a:t>y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813050" y="3042920"/>
            <a:ext cx="3124200" cy="309880"/>
            <a:chOff x="1289050" y="3042920"/>
            <a:chExt cx="3124200" cy="309880"/>
          </a:xfrm>
        </p:grpSpPr>
        <p:sp>
          <p:nvSpPr>
            <p:cNvPr id="40" name="object 40"/>
            <p:cNvSpPr/>
            <p:nvPr/>
          </p:nvSpPr>
          <p:spPr>
            <a:xfrm>
              <a:off x="1365250" y="3042919"/>
              <a:ext cx="3048000" cy="10160"/>
            </a:xfrm>
            <a:custGeom>
              <a:avLst/>
              <a:gdLst/>
              <a:ahLst/>
              <a:cxnLst/>
              <a:rect l="l" t="t" r="r" b="b"/>
              <a:pathLst>
                <a:path w="3048000" h="10160">
                  <a:moveTo>
                    <a:pt x="1016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0160" y="10160"/>
                  </a:lnTo>
                  <a:lnTo>
                    <a:pt x="10160" y="0"/>
                  </a:lnTo>
                  <a:close/>
                </a:path>
                <a:path w="3048000" h="10160">
                  <a:moveTo>
                    <a:pt x="114300" y="0"/>
                  </a:moveTo>
                  <a:lnTo>
                    <a:pt x="38100" y="0"/>
                  </a:lnTo>
                  <a:lnTo>
                    <a:pt x="38100" y="10160"/>
                  </a:lnTo>
                  <a:lnTo>
                    <a:pt x="114300" y="10160"/>
                  </a:lnTo>
                  <a:lnTo>
                    <a:pt x="114300" y="0"/>
                  </a:lnTo>
                  <a:close/>
                </a:path>
                <a:path w="3048000" h="10160">
                  <a:moveTo>
                    <a:pt x="152400" y="0"/>
                  </a:moveTo>
                  <a:lnTo>
                    <a:pt x="142240" y="0"/>
                  </a:lnTo>
                  <a:lnTo>
                    <a:pt x="142240" y="10160"/>
                  </a:lnTo>
                  <a:lnTo>
                    <a:pt x="152400" y="10160"/>
                  </a:lnTo>
                  <a:lnTo>
                    <a:pt x="152400" y="0"/>
                  </a:lnTo>
                  <a:close/>
                </a:path>
                <a:path w="3048000" h="10160">
                  <a:moveTo>
                    <a:pt x="256540" y="0"/>
                  </a:moveTo>
                  <a:lnTo>
                    <a:pt x="180340" y="0"/>
                  </a:lnTo>
                  <a:lnTo>
                    <a:pt x="180340" y="10160"/>
                  </a:lnTo>
                  <a:lnTo>
                    <a:pt x="256540" y="10160"/>
                  </a:lnTo>
                  <a:lnTo>
                    <a:pt x="256540" y="0"/>
                  </a:lnTo>
                  <a:close/>
                </a:path>
                <a:path w="3048000" h="10160">
                  <a:moveTo>
                    <a:pt x="294627" y="0"/>
                  </a:moveTo>
                  <a:lnTo>
                    <a:pt x="284480" y="0"/>
                  </a:lnTo>
                  <a:lnTo>
                    <a:pt x="284480" y="10160"/>
                  </a:lnTo>
                  <a:lnTo>
                    <a:pt x="294627" y="10160"/>
                  </a:lnTo>
                  <a:lnTo>
                    <a:pt x="294627" y="0"/>
                  </a:lnTo>
                  <a:close/>
                </a:path>
                <a:path w="3048000" h="10160">
                  <a:moveTo>
                    <a:pt x="398780" y="0"/>
                  </a:moveTo>
                  <a:lnTo>
                    <a:pt x="322580" y="0"/>
                  </a:lnTo>
                  <a:lnTo>
                    <a:pt x="322580" y="10160"/>
                  </a:lnTo>
                  <a:lnTo>
                    <a:pt x="398780" y="10160"/>
                  </a:lnTo>
                  <a:lnTo>
                    <a:pt x="398780" y="0"/>
                  </a:lnTo>
                  <a:close/>
                </a:path>
                <a:path w="3048000" h="10160">
                  <a:moveTo>
                    <a:pt x="436880" y="0"/>
                  </a:moveTo>
                  <a:lnTo>
                    <a:pt x="427990" y="0"/>
                  </a:lnTo>
                  <a:lnTo>
                    <a:pt x="427990" y="10160"/>
                  </a:lnTo>
                  <a:lnTo>
                    <a:pt x="436880" y="10160"/>
                  </a:lnTo>
                  <a:lnTo>
                    <a:pt x="436880" y="0"/>
                  </a:lnTo>
                  <a:close/>
                </a:path>
                <a:path w="3048000" h="10160">
                  <a:moveTo>
                    <a:pt x="542290" y="0"/>
                  </a:moveTo>
                  <a:lnTo>
                    <a:pt x="466090" y="0"/>
                  </a:lnTo>
                  <a:lnTo>
                    <a:pt x="466090" y="10160"/>
                  </a:lnTo>
                  <a:lnTo>
                    <a:pt x="542290" y="10160"/>
                  </a:lnTo>
                  <a:lnTo>
                    <a:pt x="542290" y="0"/>
                  </a:lnTo>
                  <a:close/>
                </a:path>
                <a:path w="3048000" h="10160">
                  <a:moveTo>
                    <a:pt x="580390" y="0"/>
                  </a:moveTo>
                  <a:lnTo>
                    <a:pt x="570230" y="0"/>
                  </a:lnTo>
                  <a:lnTo>
                    <a:pt x="570230" y="10160"/>
                  </a:lnTo>
                  <a:lnTo>
                    <a:pt x="580390" y="10160"/>
                  </a:lnTo>
                  <a:lnTo>
                    <a:pt x="580390" y="0"/>
                  </a:lnTo>
                  <a:close/>
                </a:path>
                <a:path w="3048000" h="10160">
                  <a:moveTo>
                    <a:pt x="684530" y="0"/>
                  </a:moveTo>
                  <a:lnTo>
                    <a:pt x="608330" y="0"/>
                  </a:lnTo>
                  <a:lnTo>
                    <a:pt x="608330" y="10160"/>
                  </a:lnTo>
                  <a:lnTo>
                    <a:pt x="684530" y="10160"/>
                  </a:lnTo>
                  <a:lnTo>
                    <a:pt x="684530" y="0"/>
                  </a:lnTo>
                  <a:close/>
                </a:path>
                <a:path w="3048000" h="10160">
                  <a:moveTo>
                    <a:pt x="722630" y="0"/>
                  </a:moveTo>
                  <a:lnTo>
                    <a:pt x="712470" y="0"/>
                  </a:lnTo>
                  <a:lnTo>
                    <a:pt x="712470" y="10160"/>
                  </a:lnTo>
                  <a:lnTo>
                    <a:pt x="722630" y="10160"/>
                  </a:lnTo>
                  <a:lnTo>
                    <a:pt x="722630" y="0"/>
                  </a:lnTo>
                  <a:close/>
                </a:path>
                <a:path w="3048000" h="10160">
                  <a:moveTo>
                    <a:pt x="826770" y="0"/>
                  </a:moveTo>
                  <a:lnTo>
                    <a:pt x="750570" y="0"/>
                  </a:lnTo>
                  <a:lnTo>
                    <a:pt x="750570" y="10160"/>
                  </a:lnTo>
                  <a:lnTo>
                    <a:pt x="826770" y="10160"/>
                  </a:lnTo>
                  <a:lnTo>
                    <a:pt x="826770" y="0"/>
                  </a:lnTo>
                  <a:close/>
                </a:path>
                <a:path w="3048000" h="10160">
                  <a:moveTo>
                    <a:pt x="864870" y="0"/>
                  </a:moveTo>
                  <a:lnTo>
                    <a:pt x="854710" y="0"/>
                  </a:lnTo>
                  <a:lnTo>
                    <a:pt x="854710" y="10160"/>
                  </a:lnTo>
                  <a:lnTo>
                    <a:pt x="864870" y="10160"/>
                  </a:lnTo>
                  <a:lnTo>
                    <a:pt x="864870" y="0"/>
                  </a:lnTo>
                  <a:close/>
                </a:path>
                <a:path w="3048000" h="10160">
                  <a:moveTo>
                    <a:pt x="969010" y="0"/>
                  </a:moveTo>
                  <a:lnTo>
                    <a:pt x="892810" y="0"/>
                  </a:lnTo>
                  <a:lnTo>
                    <a:pt x="892810" y="10160"/>
                  </a:lnTo>
                  <a:lnTo>
                    <a:pt x="969010" y="10160"/>
                  </a:lnTo>
                  <a:lnTo>
                    <a:pt x="969010" y="0"/>
                  </a:lnTo>
                  <a:close/>
                </a:path>
                <a:path w="3048000" h="10160">
                  <a:moveTo>
                    <a:pt x="1007110" y="0"/>
                  </a:moveTo>
                  <a:lnTo>
                    <a:pt x="998220" y="0"/>
                  </a:lnTo>
                  <a:lnTo>
                    <a:pt x="998220" y="10160"/>
                  </a:lnTo>
                  <a:lnTo>
                    <a:pt x="1007110" y="10160"/>
                  </a:lnTo>
                  <a:lnTo>
                    <a:pt x="1007110" y="0"/>
                  </a:lnTo>
                  <a:close/>
                </a:path>
                <a:path w="3048000" h="10160">
                  <a:moveTo>
                    <a:pt x="1112520" y="0"/>
                  </a:moveTo>
                  <a:lnTo>
                    <a:pt x="1036320" y="0"/>
                  </a:lnTo>
                  <a:lnTo>
                    <a:pt x="1036320" y="10160"/>
                  </a:lnTo>
                  <a:lnTo>
                    <a:pt x="1112520" y="10160"/>
                  </a:lnTo>
                  <a:lnTo>
                    <a:pt x="1112520" y="0"/>
                  </a:lnTo>
                  <a:close/>
                </a:path>
                <a:path w="3048000" h="10160">
                  <a:moveTo>
                    <a:pt x="1150620" y="0"/>
                  </a:moveTo>
                  <a:lnTo>
                    <a:pt x="1140460" y="0"/>
                  </a:lnTo>
                  <a:lnTo>
                    <a:pt x="1140460" y="10160"/>
                  </a:lnTo>
                  <a:lnTo>
                    <a:pt x="1150620" y="10160"/>
                  </a:lnTo>
                  <a:lnTo>
                    <a:pt x="1150620" y="0"/>
                  </a:lnTo>
                  <a:close/>
                </a:path>
                <a:path w="3048000" h="10160">
                  <a:moveTo>
                    <a:pt x="1254760" y="0"/>
                  </a:moveTo>
                  <a:lnTo>
                    <a:pt x="1178560" y="0"/>
                  </a:lnTo>
                  <a:lnTo>
                    <a:pt x="1178560" y="10160"/>
                  </a:lnTo>
                  <a:lnTo>
                    <a:pt x="1254760" y="10160"/>
                  </a:lnTo>
                  <a:lnTo>
                    <a:pt x="1254760" y="0"/>
                  </a:lnTo>
                  <a:close/>
                </a:path>
                <a:path w="3048000" h="10160">
                  <a:moveTo>
                    <a:pt x="1292860" y="0"/>
                  </a:moveTo>
                  <a:lnTo>
                    <a:pt x="1282700" y="0"/>
                  </a:lnTo>
                  <a:lnTo>
                    <a:pt x="1282700" y="10160"/>
                  </a:lnTo>
                  <a:lnTo>
                    <a:pt x="1292860" y="10160"/>
                  </a:lnTo>
                  <a:lnTo>
                    <a:pt x="1292860" y="0"/>
                  </a:lnTo>
                  <a:close/>
                </a:path>
                <a:path w="3048000" h="10160">
                  <a:moveTo>
                    <a:pt x="1397000" y="0"/>
                  </a:moveTo>
                  <a:lnTo>
                    <a:pt x="1320800" y="0"/>
                  </a:lnTo>
                  <a:lnTo>
                    <a:pt x="1320800" y="10160"/>
                  </a:lnTo>
                  <a:lnTo>
                    <a:pt x="1397000" y="10160"/>
                  </a:lnTo>
                  <a:lnTo>
                    <a:pt x="1397000" y="0"/>
                  </a:lnTo>
                  <a:close/>
                </a:path>
                <a:path w="3048000" h="10160">
                  <a:moveTo>
                    <a:pt x="1435100" y="0"/>
                  </a:moveTo>
                  <a:lnTo>
                    <a:pt x="1424940" y="0"/>
                  </a:lnTo>
                  <a:lnTo>
                    <a:pt x="1424940" y="10160"/>
                  </a:lnTo>
                  <a:lnTo>
                    <a:pt x="1435100" y="10160"/>
                  </a:lnTo>
                  <a:lnTo>
                    <a:pt x="1435100" y="0"/>
                  </a:lnTo>
                  <a:close/>
                </a:path>
                <a:path w="3048000" h="10160">
                  <a:moveTo>
                    <a:pt x="1539240" y="0"/>
                  </a:moveTo>
                  <a:lnTo>
                    <a:pt x="1463040" y="0"/>
                  </a:lnTo>
                  <a:lnTo>
                    <a:pt x="1463040" y="10160"/>
                  </a:lnTo>
                  <a:lnTo>
                    <a:pt x="1539240" y="10160"/>
                  </a:lnTo>
                  <a:lnTo>
                    <a:pt x="1539240" y="0"/>
                  </a:lnTo>
                  <a:close/>
                </a:path>
                <a:path w="3048000" h="10160">
                  <a:moveTo>
                    <a:pt x="1577340" y="0"/>
                  </a:moveTo>
                  <a:lnTo>
                    <a:pt x="1567180" y="0"/>
                  </a:lnTo>
                  <a:lnTo>
                    <a:pt x="1567180" y="10160"/>
                  </a:lnTo>
                  <a:lnTo>
                    <a:pt x="1577340" y="10160"/>
                  </a:lnTo>
                  <a:lnTo>
                    <a:pt x="1577340" y="0"/>
                  </a:lnTo>
                  <a:close/>
                </a:path>
                <a:path w="3048000" h="10160">
                  <a:moveTo>
                    <a:pt x="1681480" y="0"/>
                  </a:moveTo>
                  <a:lnTo>
                    <a:pt x="1605280" y="0"/>
                  </a:lnTo>
                  <a:lnTo>
                    <a:pt x="1605280" y="10160"/>
                  </a:lnTo>
                  <a:lnTo>
                    <a:pt x="1681480" y="10160"/>
                  </a:lnTo>
                  <a:lnTo>
                    <a:pt x="1681480" y="0"/>
                  </a:lnTo>
                  <a:close/>
                </a:path>
                <a:path w="3048000" h="10160">
                  <a:moveTo>
                    <a:pt x="1719580" y="0"/>
                  </a:moveTo>
                  <a:lnTo>
                    <a:pt x="1710690" y="0"/>
                  </a:lnTo>
                  <a:lnTo>
                    <a:pt x="1710690" y="10160"/>
                  </a:lnTo>
                  <a:lnTo>
                    <a:pt x="1719580" y="10160"/>
                  </a:lnTo>
                  <a:lnTo>
                    <a:pt x="1719580" y="0"/>
                  </a:lnTo>
                  <a:close/>
                </a:path>
                <a:path w="3048000" h="10160">
                  <a:moveTo>
                    <a:pt x="1823720" y="0"/>
                  </a:moveTo>
                  <a:lnTo>
                    <a:pt x="1748790" y="0"/>
                  </a:lnTo>
                  <a:lnTo>
                    <a:pt x="1748790" y="10160"/>
                  </a:lnTo>
                  <a:lnTo>
                    <a:pt x="1823720" y="10160"/>
                  </a:lnTo>
                  <a:lnTo>
                    <a:pt x="1823720" y="0"/>
                  </a:lnTo>
                  <a:close/>
                </a:path>
                <a:path w="3048000" h="10160">
                  <a:moveTo>
                    <a:pt x="1863090" y="0"/>
                  </a:moveTo>
                  <a:lnTo>
                    <a:pt x="1852930" y="0"/>
                  </a:lnTo>
                  <a:lnTo>
                    <a:pt x="1852930" y="10160"/>
                  </a:lnTo>
                  <a:lnTo>
                    <a:pt x="1863090" y="10160"/>
                  </a:lnTo>
                  <a:lnTo>
                    <a:pt x="1863090" y="0"/>
                  </a:lnTo>
                  <a:close/>
                </a:path>
                <a:path w="3048000" h="10160">
                  <a:moveTo>
                    <a:pt x="1967230" y="0"/>
                  </a:moveTo>
                  <a:lnTo>
                    <a:pt x="1891017" y="0"/>
                  </a:lnTo>
                  <a:lnTo>
                    <a:pt x="1891017" y="10160"/>
                  </a:lnTo>
                  <a:lnTo>
                    <a:pt x="1967230" y="10160"/>
                  </a:lnTo>
                  <a:lnTo>
                    <a:pt x="1967230" y="0"/>
                  </a:lnTo>
                  <a:close/>
                </a:path>
                <a:path w="3048000" h="10160">
                  <a:moveTo>
                    <a:pt x="2005330" y="0"/>
                  </a:moveTo>
                  <a:lnTo>
                    <a:pt x="1995170" y="0"/>
                  </a:lnTo>
                  <a:lnTo>
                    <a:pt x="1995170" y="10160"/>
                  </a:lnTo>
                  <a:lnTo>
                    <a:pt x="2005330" y="10160"/>
                  </a:lnTo>
                  <a:lnTo>
                    <a:pt x="2005330" y="0"/>
                  </a:lnTo>
                  <a:close/>
                </a:path>
                <a:path w="3048000" h="10160">
                  <a:moveTo>
                    <a:pt x="2109470" y="0"/>
                  </a:moveTo>
                  <a:lnTo>
                    <a:pt x="2033270" y="0"/>
                  </a:lnTo>
                  <a:lnTo>
                    <a:pt x="2033270" y="10160"/>
                  </a:lnTo>
                  <a:lnTo>
                    <a:pt x="2109470" y="10160"/>
                  </a:lnTo>
                  <a:lnTo>
                    <a:pt x="2109470" y="0"/>
                  </a:lnTo>
                  <a:close/>
                </a:path>
                <a:path w="3048000" h="10160">
                  <a:moveTo>
                    <a:pt x="2147570" y="0"/>
                  </a:moveTo>
                  <a:lnTo>
                    <a:pt x="2137410" y="0"/>
                  </a:lnTo>
                  <a:lnTo>
                    <a:pt x="2137410" y="10160"/>
                  </a:lnTo>
                  <a:lnTo>
                    <a:pt x="2147570" y="10160"/>
                  </a:lnTo>
                  <a:lnTo>
                    <a:pt x="2147570" y="0"/>
                  </a:lnTo>
                  <a:close/>
                </a:path>
                <a:path w="3048000" h="10160">
                  <a:moveTo>
                    <a:pt x="2251710" y="0"/>
                  </a:moveTo>
                  <a:lnTo>
                    <a:pt x="2175510" y="0"/>
                  </a:lnTo>
                  <a:lnTo>
                    <a:pt x="2175510" y="10160"/>
                  </a:lnTo>
                  <a:lnTo>
                    <a:pt x="2251710" y="10160"/>
                  </a:lnTo>
                  <a:lnTo>
                    <a:pt x="2251710" y="0"/>
                  </a:lnTo>
                  <a:close/>
                </a:path>
                <a:path w="3048000" h="10160">
                  <a:moveTo>
                    <a:pt x="2289810" y="0"/>
                  </a:moveTo>
                  <a:lnTo>
                    <a:pt x="2280920" y="0"/>
                  </a:lnTo>
                  <a:lnTo>
                    <a:pt x="2280920" y="10160"/>
                  </a:lnTo>
                  <a:lnTo>
                    <a:pt x="2289810" y="10160"/>
                  </a:lnTo>
                  <a:lnTo>
                    <a:pt x="2289810" y="0"/>
                  </a:lnTo>
                  <a:close/>
                </a:path>
                <a:path w="3048000" h="10160">
                  <a:moveTo>
                    <a:pt x="2395220" y="0"/>
                  </a:moveTo>
                  <a:lnTo>
                    <a:pt x="2319020" y="0"/>
                  </a:lnTo>
                  <a:lnTo>
                    <a:pt x="2319020" y="10160"/>
                  </a:lnTo>
                  <a:lnTo>
                    <a:pt x="2395220" y="10160"/>
                  </a:lnTo>
                  <a:lnTo>
                    <a:pt x="2395220" y="0"/>
                  </a:lnTo>
                  <a:close/>
                </a:path>
                <a:path w="3048000" h="10160">
                  <a:moveTo>
                    <a:pt x="2433320" y="0"/>
                  </a:moveTo>
                  <a:lnTo>
                    <a:pt x="2423160" y="0"/>
                  </a:lnTo>
                  <a:lnTo>
                    <a:pt x="2423160" y="10160"/>
                  </a:lnTo>
                  <a:lnTo>
                    <a:pt x="2433320" y="10160"/>
                  </a:lnTo>
                  <a:lnTo>
                    <a:pt x="2433320" y="0"/>
                  </a:lnTo>
                  <a:close/>
                </a:path>
                <a:path w="3048000" h="10160">
                  <a:moveTo>
                    <a:pt x="2537460" y="0"/>
                  </a:moveTo>
                  <a:lnTo>
                    <a:pt x="2461260" y="0"/>
                  </a:lnTo>
                  <a:lnTo>
                    <a:pt x="2461260" y="10160"/>
                  </a:lnTo>
                  <a:lnTo>
                    <a:pt x="2537460" y="10160"/>
                  </a:lnTo>
                  <a:lnTo>
                    <a:pt x="2537460" y="0"/>
                  </a:lnTo>
                  <a:close/>
                </a:path>
                <a:path w="3048000" h="10160">
                  <a:moveTo>
                    <a:pt x="2575560" y="0"/>
                  </a:moveTo>
                  <a:lnTo>
                    <a:pt x="2565400" y="0"/>
                  </a:lnTo>
                  <a:lnTo>
                    <a:pt x="2565400" y="10160"/>
                  </a:lnTo>
                  <a:lnTo>
                    <a:pt x="2575560" y="10160"/>
                  </a:lnTo>
                  <a:lnTo>
                    <a:pt x="2575560" y="0"/>
                  </a:lnTo>
                  <a:close/>
                </a:path>
                <a:path w="3048000" h="10160">
                  <a:moveTo>
                    <a:pt x="2679700" y="0"/>
                  </a:moveTo>
                  <a:lnTo>
                    <a:pt x="2603500" y="0"/>
                  </a:lnTo>
                  <a:lnTo>
                    <a:pt x="2603500" y="10160"/>
                  </a:lnTo>
                  <a:lnTo>
                    <a:pt x="2679700" y="10160"/>
                  </a:lnTo>
                  <a:lnTo>
                    <a:pt x="2679700" y="0"/>
                  </a:lnTo>
                  <a:close/>
                </a:path>
                <a:path w="3048000" h="10160">
                  <a:moveTo>
                    <a:pt x="2717800" y="0"/>
                  </a:moveTo>
                  <a:lnTo>
                    <a:pt x="2707640" y="0"/>
                  </a:lnTo>
                  <a:lnTo>
                    <a:pt x="2707640" y="10160"/>
                  </a:lnTo>
                  <a:lnTo>
                    <a:pt x="2717800" y="10160"/>
                  </a:lnTo>
                  <a:lnTo>
                    <a:pt x="2717800" y="0"/>
                  </a:lnTo>
                  <a:close/>
                </a:path>
                <a:path w="3048000" h="10160">
                  <a:moveTo>
                    <a:pt x="2821940" y="0"/>
                  </a:moveTo>
                  <a:lnTo>
                    <a:pt x="2745740" y="0"/>
                  </a:lnTo>
                  <a:lnTo>
                    <a:pt x="2745740" y="10160"/>
                  </a:lnTo>
                  <a:lnTo>
                    <a:pt x="2821940" y="10160"/>
                  </a:lnTo>
                  <a:lnTo>
                    <a:pt x="2821940" y="0"/>
                  </a:lnTo>
                  <a:close/>
                </a:path>
                <a:path w="3048000" h="10160">
                  <a:moveTo>
                    <a:pt x="2860040" y="0"/>
                  </a:moveTo>
                  <a:lnTo>
                    <a:pt x="2851150" y="0"/>
                  </a:lnTo>
                  <a:lnTo>
                    <a:pt x="2851150" y="10160"/>
                  </a:lnTo>
                  <a:lnTo>
                    <a:pt x="2860040" y="10160"/>
                  </a:lnTo>
                  <a:lnTo>
                    <a:pt x="2860040" y="0"/>
                  </a:lnTo>
                  <a:close/>
                </a:path>
                <a:path w="3048000" h="10160">
                  <a:moveTo>
                    <a:pt x="2965450" y="0"/>
                  </a:moveTo>
                  <a:lnTo>
                    <a:pt x="2889250" y="0"/>
                  </a:lnTo>
                  <a:lnTo>
                    <a:pt x="2889250" y="10160"/>
                  </a:lnTo>
                  <a:lnTo>
                    <a:pt x="2965450" y="10160"/>
                  </a:lnTo>
                  <a:lnTo>
                    <a:pt x="2965450" y="0"/>
                  </a:lnTo>
                  <a:close/>
                </a:path>
                <a:path w="3048000" h="10160">
                  <a:moveTo>
                    <a:pt x="3003550" y="0"/>
                  </a:moveTo>
                  <a:lnTo>
                    <a:pt x="2993390" y="0"/>
                  </a:lnTo>
                  <a:lnTo>
                    <a:pt x="2993390" y="10160"/>
                  </a:lnTo>
                  <a:lnTo>
                    <a:pt x="3003550" y="10160"/>
                  </a:lnTo>
                  <a:lnTo>
                    <a:pt x="3003550" y="0"/>
                  </a:lnTo>
                  <a:close/>
                </a:path>
                <a:path w="3048000" h="10160">
                  <a:moveTo>
                    <a:pt x="3048000" y="0"/>
                  </a:moveTo>
                  <a:lnTo>
                    <a:pt x="3031490" y="0"/>
                  </a:lnTo>
                  <a:lnTo>
                    <a:pt x="3031490" y="10160"/>
                  </a:lnTo>
                  <a:lnTo>
                    <a:pt x="3048000" y="1016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9050" y="3201670"/>
              <a:ext cx="151130" cy="15112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8519" y="3201670"/>
              <a:ext cx="151130" cy="1511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09700" y="3271520"/>
              <a:ext cx="749300" cy="10160"/>
            </a:xfrm>
            <a:custGeom>
              <a:avLst/>
              <a:gdLst/>
              <a:ahLst/>
              <a:cxnLst/>
              <a:rect l="l" t="t" r="r" b="b"/>
              <a:pathLst>
                <a:path w="749300" h="10160">
                  <a:moveTo>
                    <a:pt x="74930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49300" y="10159"/>
                  </a:lnTo>
                  <a:lnTo>
                    <a:pt x="749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199129" y="324865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57122" y="43611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9606" y="4367530"/>
            <a:ext cx="485012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2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semelhança</a:t>
            </a:r>
            <a:r>
              <a:rPr sz="22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triângulos,</a:t>
            </a:r>
            <a:r>
              <a:rPr sz="22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vemos</a:t>
            </a:r>
            <a:r>
              <a:rPr sz="22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85439" y="5234940"/>
            <a:ext cx="1184910" cy="2090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48945" algn="l"/>
                <a:tab pos="1090295" algn="l"/>
              </a:tabLst>
            </a:pPr>
            <a:r>
              <a:rPr sz="1250" i="1" spc="-50" dirty="0">
                <a:solidFill>
                  <a:srgbClr val="FFEC5F"/>
                </a:solidFill>
                <a:latin typeface="Arial"/>
                <a:cs typeface="Arial"/>
              </a:rPr>
              <a:t>x</a:t>
            </a:r>
            <a:r>
              <a:rPr sz="1250" i="1" dirty="0">
                <a:solidFill>
                  <a:srgbClr val="FFEC5F"/>
                </a:solidFill>
                <a:latin typeface="Arial"/>
                <a:cs typeface="Arial"/>
              </a:rPr>
              <a:t>	</a:t>
            </a:r>
            <a:r>
              <a:rPr sz="1250" i="1" spc="-50" dirty="0">
                <a:solidFill>
                  <a:srgbClr val="FFEC5F"/>
                </a:solidFill>
                <a:latin typeface="Arial"/>
                <a:cs typeface="Arial"/>
              </a:rPr>
              <a:t>z</a:t>
            </a:r>
            <a:r>
              <a:rPr sz="1250" i="1" dirty="0">
                <a:solidFill>
                  <a:srgbClr val="FFEC5F"/>
                </a:solidFill>
                <a:latin typeface="Arial"/>
                <a:cs typeface="Arial"/>
              </a:rPr>
              <a:t>	</a:t>
            </a:r>
            <a:r>
              <a:rPr sz="1250" i="1" spc="-50" dirty="0">
                <a:solidFill>
                  <a:srgbClr val="FFEC5F"/>
                </a:solidFill>
                <a:latin typeface="Arial"/>
                <a:cs typeface="Arial"/>
              </a:rPr>
              <a:t>y</a:t>
            </a:r>
            <a:endParaRPr sz="12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00022" y="5048250"/>
            <a:ext cx="16021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9305" algn="l"/>
              </a:tabLst>
            </a:pP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00" i="1" spc="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/-</a:t>
            </a:r>
            <a:r>
              <a:rPr sz="2200" i="1" spc="-5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P’</a:t>
            </a:r>
            <a:r>
              <a:rPr sz="22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/</a:t>
            </a:r>
            <a:r>
              <a:rPr sz="2200" i="1" spc="-35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endParaRPr sz="22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37329" y="2410459"/>
            <a:ext cx="170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P’=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P’</a:t>
            </a:r>
            <a:r>
              <a:rPr sz="1575" i="1" baseline="-23809" dirty="0">
                <a:latin typeface="Times New Roman"/>
                <a:cs typeface="Times New Roman"/>
              </a:rPr>
              <a:t>x</a:t>
            </a:r>
            <a:r>
              <a:rPr sz="1575" i="1" spc="254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,P’</a:t>
            </a:r>
            <a:r>
              <a:rPr sz="1575" i="1" baseline="-23809" dirty="0">
                <a:latin typeface="Times New Roman"/>
                <a:cs typeface="Times New Roman"/>
              </a:rPr>
              <a:t>y</a:t>
            </a:r>
            <a:r>
              <a:rPr sz="1575" i="1" spc="247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,P’</a:t>
            </a:r>
            <a:r>
              <a:rPr sz="1575" i="1" baseline="-23809" dirty="0">
                <a:latin typeface="Times New Roman"/>
                <a:cs typeface="Times New Roman"/>
              </a:rPr>
              <a:t>z</a:t>
            </a:r>
            <a:r>
              <a:rPr sz="1575" i="1" spc="262" baseline="-23809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)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4300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5385" marR="5080" indent="-421640">
              <a:spcBef>
                <a:spcPts val="100"/>
              </a:spcBef>
            </a:pPr>
            <a:r>
              <a:rPr sz="4400" dirty="0" err="1"/>
              <a:t>Transf</a:t>
            </a:r>
            <a:r>
              <a:rPr lang="pt-BR" sz="4400" dirty="0" err="1"/>
              <a:t>ormação</a:t>
            </a:r>
            <a:r>
              <a:rPr sz="4400" spc="-120" dirty="0"/>
              <a:t> </a:t>
            </a:r>
            <a:r>
              <a:rPr sz="4400" dirty="0"/>
              <a:t>perspectiva</a:t>
            </a:r>
            <a:r>
              <a:rPr sz="4400" spc="-110" dirty="0"/>
              <a:t> </a:t>
            </a:r>
            <a:r>
              <a:rPr sz="4400" spc="-25" dirty="0" err="1"/>
              <a:t>em</a:t>
            </a:r>
            <a:r>
              <a:rPr sz="4400" spc="-25" dirty="0"/>
              <a:t> </a:t>
            </a:r>
            <a:r>
              <a:rPr sz="4400" dirty="0"/>
              <a:t>coord</a:t>
            </a:r>
            <a:r>
              <a:rPr lang="pt-BR" sz="4400" dirty="0"/>
              <a:t>.</a:t>
            </a:r>
            <a:r>
              <a:rPr sz="4400" spc="-100" dirty="0"/>
              <a:t> </a:t>
            </a:r>
            <a:r>
              <a:rPr sz="4400" spc="-10" dirty="0"/>
              <a:t>homogêneas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2" y="15773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" y="1577340"/>
            <a:ext cx="10804525" cy="113287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09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existe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4x4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capaz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realizar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tal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transformação</a:t>
            </a:r>
            <a:r>
              <a:rPr sz="26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espaços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euclidianos,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se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assumimos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projetivo, então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8620" y="3755390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>
                <a:moveTo>
                  <a:pt x="0" y="0"/>
                </a:moveTo>
                <a:lnTo>
                  <a:pt x="84455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08620" y="4538979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>
                <a:moveTo>
                  <a:pt x="0" y="0"/>
                </a:moveTo>
                <a:lnTo>
                  <a:pt x="84455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58253" y="4196079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3" y="3919220"/>
            <a:ext cx="10763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996315" algn="l"/>
              </a:tabLst>
            </a:pP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4003" y="3364229"/>
            <a:ext cx="10763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996315" algn="l"/>
              </a:tabLst>
            </a:pPr>
            <a:r>
              <a:rPr sz="2250" spc="-395" dirty="0">
                <a:latin typeface="Symbol"/>
                <a:cs typeface="Symbol"/>
              </a:rPr>
              <a:t>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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2043" y="4196079"/>
            <a:ext cx="5594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54025" algn="l"/>
              </a:tabLst>
            </a:pPr>
            <a:r>
              <a:rPr sz="3375" spc="-517" baseline="-9876" dirty="0">
                <a:latin typeface="Symbol"/>
                <a:cs typeface="Symbol"/>
              </a:rPr>
              <a:t></a:t>
            </a:r>
            <a:r>
              <a:rPr sz="3375" spc="555" baseline="-9876" dirty="0">
                <a:latin typeface="Times New Roman"/>
                <a:cs typeface="Times New Roman"/>
              </a:rPr>
              <a:t> </a:t>
            </a:r>
            <a:r>
              <a:rPr sz="3375" spc="-817" baseline="-24691" dirty="0">
                <a:latin typeface="Symbol"/>
                <a:cs typeface="Symbol"/>
              </a:rPr>
              <a:t></a:t>
            </a:r>
            <a:r>
              <a:rPr sz="3375" baseline="-24691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7443" y="3971290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57443" y="3693160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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5593" y="3972560"/>
            <a:ext cx="125666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125" algn="l"/>
                <a:tab pos="761365" algn="l"/>
                <a:tab pos="1176655" algn="l"/>
              </a:tabLst>
            </a:pPr>
            <a:r>
              <a:rPr sz="2250" spc="-39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2803" y="5045709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0332" y="4804410"/>
            <a:ext cx="10420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540385" algn="l"/>
              </a:tabLst>
            </a:pPr>
            <a:r>
              <a:rPr sz="3375" spc="-37" baseline="-33333" dirty="0">
                <a:latin typeface="Times New Roman"/>
                <a:cs typeface="Times New Roman"/>
              </a:rPr>
              <a:t>0</a:t>
            </a:r>
            <a:r>
              <a:rPr sz="2250" spc="-2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315" dirty="0">
                <a:latin typeface="Times New Roman"/>
                <a:cs typeface="Times New Roman"/>
              </a:rPr>
              <a:t> </a:t>
            </a:r>
            <a:r>
              <a:rPr sz="3375" baseline="-33333" dirty="0">
                <a:latin typeface="Times New Roman"/>
                <a:cs typeface="Times New Roman"/>
              </a:rPr>
              <a:t>1</a:t>
            </a:r>
            <a:r>
              <a:rPr sz="3375" spc="22" baseline="-33333" dirty="0">
                <a:latin typeface="Times New Roman"/>
                <a:cs typeface="Times New Roman"/>
              </a:rPr>
              <a:t> 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7403" y="4804410"/>
            <a:ext cx="33464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3375" spc="-75" baseline="-33333" dirty="0">
                <a:latin typeface="Times New Roman"/>
                <a:cs typeface="Times New Roman"/>
              </a:rPr>
              <a:t>0</a:t>
            </a:r>
            <a:endParaRPr sz="3375" baseline="-3333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2803" y="4527550"/>
            <a:ext cx="28384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3375" spc="-75" baseline="-2469" dirty="0">
                <a:latin typeface="Times New Roman"/>
                <a:cs typeface="Times New Roman"/>
              </a:rPr>
              <a:t>0</a:t>
            </a:r>
            <a:endParaRPr sz="3375" baseline="-2469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35903" y="4751070"/>
            <a:ext cx="1165225" cy="930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2440"/>
              </a:lnSpc>
              <a:spcBef>
                <a:spcPts val="130"/>
              </a:spcBef>
              <a:tabLst>
                <a:tab pos="405765" algn="l"/>
                <a:tab pos="1034415" algn="l"/>
              </a:tabLst>
            </a:pP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spc="-742" baseline="-23456" dirty="0">
                <a:latin typeface="Symbol"/>
                <a:cs typeface="Symbol"/>
              </a:rPr>
              <a:t></a:t>
            </a:r>
            <a:r>
              <a:rPr sz="3375" spc="487" baseline="-23456" dirty="0">
                <a:latin typeface="Times New Roman"/>
                <a:cs typeface="Times New Roman"/>
              </a:rPr>
              <a:t> </a:t>
            </a:r>
            <a:r>
              <a:rPr sz="3375" i="1" spc="-75" baseline="-23456" dirty="0">
                <a:latin typeface="Times New Roman"/>
                <a:cs typeface="Times New Roman"/>
              </a:rPr>
              <a:t>d</a:t>
            </a:r>
            <a:r>
              <a:rPr sz="3375" i="1" baseline="-23456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  <a:p>
            <a:pPr marL="50800">
              <a:lnSpc>
                <a:spcPts val="2195"/>
              </a:lnSpc>
              <a:tabLst>
                <a:tab pos="1034415" algn="l"/>
              </a:tabLst>
            </a:pP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  <a:p>
            <a:pPr marL="50800">
              <a:lnSpc>
                <a:spcPts val="2455"/>
              </a:lnSpc>
              <a:tabLst>
                <a:tab pos="521334" algn="l"/>
                <a:tab pos="1034415" algn="l"/>
              </a:tabLst>
            </a:pPr>
            <a:r>
              <a:rPr sz="2250" spc="-630" dirty="0">
                <a:latin typeface="Symbol"/>
                <a:cs typeface="Symbol"/>
              </a:rPr>
              <a:t></a:t>
            </a:r>
            <a:r>
              <a:rPr sz="3375" spc="-944" baseline="-13580" dirty="0">
                <a:latin typeface="Symbol"/>
                <a:cs typeface="Symbol"/>
              </a:rPr>
              <a:t></a:t>
            </a:r>
            <a:r>
              <a:rPr sz="3375" baseline="-1358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630" dirty="0">
                <a:latin typeface="Symbol"/>
                <a:cs typeface="Symbol"/>
              </a:rPr>
              <a:t></a:t>
            </a:r>
            <a:r>
              <a:rPr sz="3375" spc="-944" baseline="-13580" dirty="0">
                <a:latin typeface="Symbol"/>
                <a:cs typeface="Symbol"/>
              </a:rPr>
              <a:t></a:t>
            </a:r>
            <a:endParaRPr sz="3375" baseline="-1358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48603" y="3751579"/>
            <a:ext cx="11271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3375" spc="-517" baseline="20987" dirty="0">
                <a:latin typeface="Symbol"/>
                <a:cs typeface="Symbol"/>
              </a:rPr>
              <a:t></a:t>
            </a:r>
            <a:r>
              <a:rPr sz="3375" spc="30" baseline="20987" dirty="0">
                <a:latin typeface="Times New Roman"/>
                <a:cs typeface="Times New Roman"/>
              </a:rPr>
              <a:t> 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4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2250" i="1" spc="3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r>
              <a:rPr sz="2250" i="1" spc="-85" dirty="0">
                <a:latin typeface="Times New Roman"/>
                <a:cs typeface="Times New Roman"/>
              </a:rPr>
              <a:t> </a:t>
            </a:r>
            <a:r>
              <a:rPr sz="3375" spc="-592" baseline="20987" dirty="0">
                <a:latin typeface="Symbol"/>
                <a:cs typeface="Symbol"/>
              </a:rPr>
              <a:t></a:t>
            </a:r>
            <a:endParaRPr sz="3375" baseline="20987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94782" y="4974590"/>
            <a:ext cx="10801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3375" spc="-517" baseline="33333" dirty="0">
                <a:latin typeface="Symbol"/>
                <a:cs typeface="Symbol"/>
              </a:rPr>
              <a:t></a:t>
            </a:r>
            <a:r>
              <a:rPr sz="3375" spc="-240" baseline="33333" dirty="0">
                <a:latin typeface="Times New Roman"/>
                <a:cs typeface="Times New Roman"/>
              </a:rPr>
              <a:t> 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4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2250" i="1" spc="3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r>
              <a:rPr sz="2250" i="1" spc="-275" dirty="0">
                <a:latin typeface="Times New Roman"/>
                <a:cs typeface="Times New Roman"/>
              </a:rPr>
              <a:t> </a:t>
            </a:r>
            <a:r>
              <a:rPr sz="3375" spc="-592" baseline="33333" dirty="0">
                <a:latin typeface="Symbol"/>
                <a:cs typeface="Symbol"/>
              </a:rPr>
              <a:t></a:t>
            </a:r>
            <a:endParaRPr sz="3375" baseline="33333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7403" y="3587242"/>
            <a:ext cx="2145665" cy="17627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100">
              <a:spcBef>
                <a:spcPts val="810"/>
              </a:spcBef>
              <a:tabLst>
                <a:tab pos="561975" algn="l"/>
                <a:tab pos="1226185" algn="l"/>
                <a:tab pos="1890395" algn="l"/>
              </a:tabLst>
            </a:pPr>
            <a:r>
              <a:rPr sz="3375" spc="-517" baseline="-3703" dirty="0">
                <a:latin typeface="Symbol"/>
                <a:cs typeface="Symbol"/>
              </a:rPr>
              <a:t></a:t>
            </a:r>
            <a:r>
              <a:rPr sz="3375" spc="-330" baseline="-3703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0</a:t>
            </a:r>
            <a:r>
              <a:rPr sz="3375" spc="-37" baseline="-3703" dirty="0">
                <a:latin typeface="Symbol"/>
                <a:cs typeface="Symbol"/>
              </a:rPr>
              <a:t></a:t>
            </a:r>
            <a:endParaRPr sz="3375" baseline="-3703">
              <a:latin typeface="Symbol"/>
              <a:cs typeface="Symbol"/>
            </a:endParaRPr>
          </a:p>
          <a:p>
            <a:pPr marL="38100">
              <a:spcBef>
                <a:spcPts val="720"/>
              </a:spcBef>
              <a:tabLst>
                <a:tab pos="559435" algn="l"/>
                <a:tab pos="1226185" algn="l"/>
              </a:tabLst>
            </a:pPr>
            <a:r>
              <a:rPr sz="3375" spc="-592" baseline="25925" dirty="0">
                <a:latin typeface="Symbol"/>
                <a:cs typeface="Symbol"/>
              </a:rPr>
              <a:t></a:t>
            </a:r>
            <a:r>
              <a:rPr sz="3375" baseline="25925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  <a:p>
            <a:pPr marL="562610">
              <a:spcBef>
                <a:spcPts val="720"/>
              </a:spcBef>
              <a:tabLst>
                <a:tab pos="1223645" algn="l"/>
              </a:tabLst>
            </a:pP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  <a:p>
            <a:pPr marL="562610">
              <a:spcBef>
                <a:spcPts val="720"/>
              </a:spcBef>
              <a:tabLst>
                <a:tab pos="977265" algn="l"/>
              </a:tabLst>
            </a:pP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75" dirty="0">
                <a:latin typeface="Times New Roman"/>
                <a:cs typeface="Times New Roman"/>
              </a:rPr>
              <a:t> 1/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spc="-50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85113" y="4320540"/>
            <a:ext cx="8769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579755" algn="l"/>
              </a:tabLst>
            </a:pP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3375" baseline="3703" dirty="0">
                <a:latin typeface="Symbol"/>
                <a:cs typeface="Symbol"/>
              </a:rPr>
              <a:t></a:t>
            </a:r>
            <a:r>
              <a:rPr sz="3375" spc="-75" baseline="3703" dirty="0">
                <a:latin typeface="Times New Roman"/>
                <a:cs typeface="Times New Roman"/>
              </a:rPr>
              <a:t> </a:t>
            </a:r>
            <a:r>
              <a:rPr sz="2250" spc="-555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spc="-517" baseline="13580" dirty="0">
                <a:latin typeface="Symbol"/>
                <a:cs typeface="Symbol"/>
              </a:rPr>
              <a:t></a:t>
            </a:r>
            <a:r>
              <a:rPr sz="3375" spc="-300" baseline="13580" dirty="0">
                <a:latin typeface="Times New Roman"/>
                <a:cs typeface="Times New Roman"/>
              </a:rPr>
              <a:t> </a:t>
            </a:r>
            <a:r>
              <a:rPr sz="3375" spc="-75" baseline="40740" dirty="0">
                <a:latin typeface="Times New Roman"/>
                <a:cs typeface="Times New Roman"/>
              </a:rPr>
              <a:t>0</a:t>
            </a:r>
            <a:endParaRPr sz="3375" baseline="4074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2043" y="4535170"/>
            <a:ext cx="15563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54025" algn="l"/>
              </a:tabLst>
            </a:pPr>
            <a:r>
              <a:rPr sz="3375" spc="-592" baseline="2469" dirty="0">
                <a:latin typeface="Symbol"/>
                <a:cs typeface="Symbol"/>
              </a:rPr>
              <a:t></a:t>
            </a:r>
            <a:r>
              <a:rPr sz="3375" baseline="2469" dirty="0">
                <a:latin typeface="Times New Roman"/>
                <a:cs typeface="Times New Roman"/>
              </a:rPr>
              <a:t>	</a:t>
            </a:r>
            <a:r>
              <a:rPr sz="3375" spc="-517" baseline="12345" dirty="0">
                <a:latin typeface="Symbol"/>
                <a:cs typeface="Symbol"/>
              </a:rPr>
              <a:t></a:t>
            </a:r>
            <a:r>
              <a:rPr sz="3375" spc="30" baseline="12345" dirty="0">
                <a:latin typeface="Times New Roman"/>
                <a:cs typeface="Times New Roman"/>
              </a:rPr>
              <a:t> 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355" dirty="0">
                <a:latin typeface="Times New Roman"/>
                <a:cs typeface="Times New Roman"/>
              </a:rPr>
              <a:t> </a:t>
            </a:r>
            <a:r>
              <a:rPr sz="2250" i="1" spc="-10" dirty="0">
                <a:latin typeface="Times New Roman"/>
                <a:cs typeface="Times New Roman"/>
              </a:rPr>
              <a:t>P</a:t>
            </a:r>
            <a:r>
              <a:rPr sz="1950" i="1" spc="-15" baseline="-23504" dirty="0">
                <a:latin typeface="Times New Roman"/>
                <a:cs typeface="Times New Roman"/>
              </a:rPr>
              <a:t>z</a:t>
            </a:r>
            <a:r>
              <a:rPr sz="1950" i="1" spc="240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r>
              <a:rPr sz="2250" i="1" spc="-114" dirty="0">
                <a:latin typeface="Times New Roman"/>
                <a:cs typeface="Times New Roman"/>
              </a:rPr>
              <a:t> </a:t>
            </a:r>
            <a:r>
              <a:rPr sz="3375" spc="-592" baseline="12345" dirty="0">
                <a:latin typeface="Symbol"/>
                <a:cs typeface="Symbol"/>
              </a:rPr>
              <a:t></a:t>
            </a:r>
            <a:endParaRPr sz="3375" baseline="12345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68972" y="4090670"/>
            <a:ext cx="3016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i="1" spc="-25" dirty="0">
                <a:latin typeface="Times New Roman"/>
                <a:cs typeface="Times New Roman"/>
              </a:rPr>
              <a:t>P</a:t>
            </a:r>
            <a:r>
              <a:rPr sz="1950" i="1" spc="-37" baseline="-23504" dirty="0">
                <a:latin typeface="Times New Roman"/>
                <a:cs typeface="Times New Roman"/>
              </a:rPr>
              <a:t>y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5653" y="3944620"/>
            <a:ext cx="92075" cy="2167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300" i="1" spc="-50" dirty="0">
                <a:latin typeface="Times New Roman"/>
                <a:cs typeface="Times New Roman"/>
              </a:rPr>
              <a:t>z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74053" y="3342640"/>
            <a:ext cx="2952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i="1" spc="-25" dirty="0">
                <a:latin typeface="Times New Roman"/>
                <a:cs typeface="Times New Roman"/>
              </a:rPr>
              <a:t>P</a:t>
            </a:r>
            <a:r>
              <a:rPr sz="1950" i="1" spc="-37" baseline="-23504" dirty="0">
                <a:latin typeface="Times New Roman"/>
                <a:cs typeface="Times New Roman"/>
              </a:rPr>
              <a:t>x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5593" y="5048250"/>
            <a:ext cx="21939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125" algn="l"/>
                <a:tab pos="761365" algn="l"/>
                <a:tab pos="1176655" algn="l"/>
                <a:tab pos="1655445" algn="l"/>
                <a:tab pos="2113915" algn="l"/>
              </a:tabLst>
            </a:pPr>
            <a:r>
              <a:rPr sz="2250" spc="-395" dirty="0">
                <a:latin typeface="Symbol"/>
                <a:cs typeface="Symbol"/>
              </a:rPr>
              <a:t>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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z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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99912" y="4540250"/>
            <a:ext cx="2863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i="1" spc="-25" dirty="0">
                <a:latin typeface="Times New Roman"/>
                <a:cs typeface="Times New Roman"/>
              </a:rPr>
              <a:t>P</a:t>
            </a:r>
            <a:r>
              <a:rPr sz="1950" i="1" spc="-37" baseline="-23504" dirty="0">
                <a:latin typeface="Times New Roman"/>
                <a:cs typeface="Times New Roman"/>
              </a:rPr>
              <a:t>z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92293" y="3587244"/>
            <a:ext cx="301625" cy="8426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5080">
              <a:lnSpc>
                <a:spcPct val="126299"/>
              </a:lnSpc>
              <a:spcBef>
                <a:spcPts val="90"/>
              </a:spcBef>
            </a:pPr>
            <a:r>
              <a:rPr sz="2250" i="1" spc="-135" dirty="0">
                <a:latin typeface="Times New Roman"/>
                <a:cs typeface="Times New Roman"/>
              </a:rPr>
              <a:t>P</a:t>
            </a:r>
            <a:r>
              <a:rPr sz="1950" i="1" spc="-202" baseline="-23504" dirty="0">
                <a:latin typeface="Times New Roman"/>
                <a:cs typeface="Times New Roman"/>
              </a:rPr>
              <a:t>x</a:t>
            </a:r>
            <a:r>
              <a:rPr sz="1950" i="1" spc="-172" baseline="-23504" dirty="0">
                <a:latin typeface="Times New Roman"/>
                <a:cs typeface="Times New Roman"/>
              </a:rPr>
              <a:t> </a:t>
            </a:r>
            <a:r>
              <a:rPr sz="2250" i="1" spc="-114" dirty="0">
                <a:latin typeface="Times New Roman"/>
                <a:cs typeface="Times New Roman"/>
              </a:rPr>
              <a:t>P</a:t>
            </a:r>
            <a:r>
              <a:rPr sz="1950" i="1" spc="-172" baseline="-23504" dirty="0">
                <a:latin typeface="Times New Roman"/>
                <a:cs typeface="Times New Roman"/>
              </a:rPr>
              <a:t>y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7632" y="4527550"/>
            <a:ext cx="14700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spcBef>
                <a:spcPts val="130"/>
              </a:spcBef>
              <a:tabLst>
                <a:tab pos="553085" algn="l"/>
                <a:tab pos="1364615" algn="l"/>
              </a:tabLst>
            </a:pPr>
            <a:r>
              <a:rPr sz="3375" spc="-37" baseline="-2469" dirty="0">
                <a:latin typeface="Times New Roman"/>
                <a:cs typeface="Times New Roman"/>
              </a:rPr>
              <a:t>0</a:t>
            </a:r>
            <a:r>
              <a:rPr sz="2250" spc="-2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3375" i="1" spc="-112" baseline="-2469" dirty="0">
                <a:latin typeface="Times New Roman"/>
                <a:cs typeface="Times New Roman"/>
              </a:rPr>
              <a:t>P</a:t>
            </a:r>
            <a:r>
              <a:rPr sz="1950" i="1" spc="-112" baseline="-29914" dirty="0">
                <a:latin typeface="Times New Roman"/>
                <a:cs typeface="Times New Roman"/>
              </a:rPr>
              <a:t>z</a:t>
            </a:r>
            <a:r>
              <a:rPr sz="1950" i="1" spc="-7" baseline="-29914" dirty="0">
                <a:latin typeface="Times New Roman"/>
                <a:cs typeface="Times New Roman"/>
              </a:rPr>
              <a:t> </a:t>
            </a:r>
            <a:r>
              <a:rPr sz="2250" spc="-39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80332" y="4250690"/>
            <a:ext cx="14573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1351915" algn="l"/>
              </a:tabLst>
            </a:pPr>
            <a:r>
              <a:rPr sz="3375" spc="-127" baseline="27160" dirty="0">
                <a:latin typeface="Times New Roman"/>
                <a:cs typeface="Times New Roman"/>
              </a:rPr>
              <a:t>0</a:t>
            </a:r>
            <a:r>
              <a:rPr sz="2250" spc="-85" dirty="0">
                <a:latin typeface="Symbol"/>
                <a:cs typeface="Symbol"/>
              </a:rPr>
              <a:t>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3375" spc="-742" baseline="-13580" dirty="0">
                <a:latin typeface="Symbol"/>
                <a:cs typeface="Symbol"/>
              </a:rPr>
              <a:t></a:t>
            </a:r>
            <a:r>
              <a:rPr sz="3375" spc="442" baseline="-13580" dirty="0">
                <a:latin typeface="Times New Roman"/>
                <a:cs typeface="Times New Roman"/>
              </a:rPr>
              <a:t> </a:t>
            </a: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100" dirty="0">
                <a:latin typeface="Times New Roman"/>
                <a:cs typeface="Times New Roman"/>
              </a:rPr>
              <a:t> </a:t>
            </a:r>
            <a:r>
              <a:rPr sz="3375" i="1" spc="-127" baseline="27160" dirty="0">
                <a:latin typeface="Times New Roman"/>
                <a:cs typeface="Times New Roman"/>
              </a:rPr>
              <a:t>P</a:t>
            </a:r>
            <a:r>
              <a:rPr sz="1950" i="1" spc="-127" baseline="23504" dirty="0">
                <a:latin typeface="Times New Roman"/>
                <a:cs typeface="Times New Roman"/>
              </a:rPr>
              <a:t>y</a:t>
            </a:r>
            <a:r>
              <a:rPr sz="1950" i="1" spc="7" baseline="23504" dirty="0">
                <a:latin typeface="Times New Roman"/>
                <a:cs typeface="Times New Roman"/>
              </a:rPr>
              <a:t> </a:t>
            </a:r>
            <a:r>
              <a:rPr sz="2250" spc="-345" dirty="0">
                <a:latin typeface="Symbol"/>
                <a:cs typeface="Symbol"/>
              </a:rPr>
              <a:t></a:t>
            </a:r>
            <a:r>
              <a:rPr sz="2250" spc="335" dirty="0">
                <a:latin typeface="Times New Roman"/>
                <a:cs typeface="Times New Roman"/>
              </a:rPr>
              <a:t> </a:t>
            </a:r>
            <a:r>
              <a:rPr sz="3375" spc="-817" baseline="-13580" dirty="0">
                <a:latin typeface="Symbol"/>
                <a:cs typeface="Symbol"/>
              </a:rPr>
              <a:t></a:t>
            </a:r>
            <a:r>
              <a:rPr sz="3375" baseline="-1358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70553" y="3695700"/>
            <a:ext cx="96710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spcBef>
                <a:spcPts val="130"/>
              </a:spcBef>
              <a:tabLst>
                <a:tab pos="861694" algn="l"/>
              </a:tabLst>
            </a:pPr>
            <a:r>
              <a:rPr sz="2250" spc="-345" dirty="0">
                <a:latin typeface="Symbol"/>
                <a:cs typeface="Symbol"/>
              </a:rPr>
              <a:t>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3375" i="1" spc="-187" baseline="3703" dirty="0">
                <a:latin typeface="Times New Roman"/>
                <a:cs typeface="Times New Roman"/>
              </a:rPr>
              <a:t>P</a:t>
            </a:r>
            <a:r>
              <a:rPr sz="1950" i="1" spc="-187" baseline="-17094" dirty="0">
                <a:latin typeface="Times New Roman"/>
                <a:cs typeface="Times New Roman"/>
              </a:rPr>
              <a:t>x</a:t>
            </a:r>
            <a:r>
              <a:rPr sz="1950" i="1" spc="60" baseline="-17094" dirty="0">
                <a:latin typeface="Times New Roman"/>
                <a:cs typeface="Times New Roman"/>
              </a:rPr>
              <a:t> </a:t>
            </a:r>
            <a:r>
              <a:rPr sz="2250" spc="-395" dirty="0">
                <a:latin typeface="Symbol"/>
                <a:cs typeface="Symbol"/>
              </a:rPr>
              <a:t>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</a:t>
            </a:r>
            <a:endParaRPr sz="22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605280" algn="l">
              <a:spcBef>
                <a:spcPts val="100"/>
              </a:spcBef>
            </a:pPr>
            <a:r>
              <a:rPr sz="4400" dirty="0"/>
              <a:t>Perspectiva</a:t>
            </a:r>
            <a:r>
              <a:rPr sz="4400" spc="-50" dirty="0"/>
              <a:t> </a:t>
            </a:r>
            <a:r>
              <a:rPr sz="4400" dirty="0"/>
              <a:t>-</a:t>
            </a:r>
            <a:r>
              <a:rPr sz="4400" spc="-35" dirty="0"/>
              <a:t> </a:t>
            </a:r>
            <a:r>
              <a:rPr sz="4400" spc="-10" dirty="0"/>
              <a:t>Sumário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972800" cy="3897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perspectiva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/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3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segue-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3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seguintes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passos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994410" lvl="1" indent="-285750">
              <a:spcBef>
                <a:spcPts val="69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8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levado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euclidiano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54430" lvl="2" indent="-227329">
              <a:spcBef>
                <a:spcPts val="6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Trivial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mesmas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coordenadas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homogêneas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5080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800" i="1" spc="-7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multiplicado</a:t>
            </a:r>
            <a:r>
              <a:rPr sz="28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pela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transformação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perspectiva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resultando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5" dirty="0">
                <a:solidFill>
                  <a:srgbClr val="002454"/>
                </a:solidFill>
                <a:latin typeface="Arial"/>
                <a:cs typeface="Arial"/>
              </a:rPr>
              <a:t>P’</a:t>
            </a:r>
            <a:endParaRPr sz="28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754380" lvl="1" indent="-285115">
              <a:spcBef>
                <a:spcPts val="69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P’</a:t>
            </a:r>
            <a:r>
              <a:rPr sz="28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levado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novamente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euclidiano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54430" lvl="2" indent="-227329">
              <a:spcBef>
                <a:spcPts val="6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Operação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divisão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perspectiva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506200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990725" algn="l">
              <a:spcBef>
                <a:spcPts val="100"/>
              </a:spcBef>
            </a:pPr>
            <a:r>
              <a:rPr sz="4400" dirty="0"/>
              <a:t>Projeção</a:t>
            </a:r>
            <a:r>
              <a:rPr sz="4400" spc="-70" dirty="0"/>
              <a:t> </a:t>
            </a:r>
            <a:r>
              <a:rPr sz="4400" spc="-10" dirty="0"/>
              <a:t>genérica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371600"/>
            <a:ext cx="10820400" cy="3377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Centro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esteja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origem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cena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não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corretamente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posicionada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semi-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eixo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z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negativo?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66040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Aplica-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afim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para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posicionar</a:t>
            </a:r>
            <a:r>
              <a:rPr sz="28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todos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elementos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corretamente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263525" lvl="1" indent="-285750">
              <a:spcBef>
                <a:spcPts val="69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maneiras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pelas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quais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essas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800" spc="-11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feitas</a:t>
            </a:r>
            <a:r>
              <a:rPr sz="2800" spc="-11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caracterizam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um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8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modelo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8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506200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089660" algn="l">
              <a:spcBef>
                <a:spcPts val="100"/>
              </a:spcBef>
            </a:pPr>
            <a:r>
              <a:rPr sz="4400" dirty="0"/>
              <a:t>Modelo</a:t>
            </a:r>
            <a:r>
              <a:rPr sz="4400" spc="-55" dirty="0"/>
              <a:t> </a:t>
            </a:r>
            <a:r>
              <a:rPr sz="4400" dirty="0"/>
              <a:t>de</a:t>
            </a:r>
            <a:r>
              <a:rPr sz="4400" spc="-60" dirty="0"/>
              <a:t> </a:t>
            </a:r>
            <a:r>
              <a:rPr sz="4400" dirty="0"/>
              <a:t>câmera</a:t>
            </a:r>
            <a:r>
              <a:rPr sz="4400" spc="-55" dirty="0"/>
              <a:t> </a:t>
            </a:r>
            <a:r>
              <a:rPr sz="4400" spc="-10" dirty="0"/>
              <a:t>sintética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7513" y="4108513"/>
            <a:ext cx="1993779" cy="22223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29233" y="5426709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tripé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6429" y="5275579"/>
            <a:ext cx="1109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modelo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75310" y="3651310"/>
            <a:ext cx="4965700" cy="1917700"/>
            <a:chOff x="3651310" y="3651310"/>
            <a:chExt cx="4965700" cy="1917700"/>
          </a:xfrm>
        </p:grpSpPr>
        <p:sp>
          <p:nvSpPr>
            <p:cNvPr id="7" name="object 7"/>
            <p:cNvSpPr/>
            <p:nvPr/>
          </p:nvSpPr>
          <p:spPr>
            <a:xfrm>
              <a:off x="3657600" y="3657600"/>
              <a:ext cx="3810000" cy="533400"/>
            </a:xfrm>
            <a:custGeom>
              <a:avLst/>
              <a:gdLst/>
              <a:ahLst/>
              <a:cxnLst/>
              <a:rect l="l" t="t" r="r" b="b"/>
              <a:pathLst>
                <a:path w="3810000" h="533400">
                  <a:moveTo>
                    <a:pt x="0" y="533400"/>
                  </a:moveTo>
                  <a:lnTo>
                    <a:pt x="3810000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67600" y="3657600"/>
              <a:ext cx="1143000" cy="1905000"/>
            </a:xfrm>
            <a:custGeom>
              <a:avLst/>
              <a:gdLst/>
              <a:ahLst/>
              <a:cxnLst/>
              <a:rect l="l" t="t" r="r" b="b"/>
              <a:pathLst>
                <a:path w="1143000" h="1905000">
                  <a:moveTo>
                    <a:pt x="0" y="0"/>
                  </a:moveTo>
                  <a:lnTo>
                    <a:pt x="1143000" y="685800"/>
                  </a:lnTo>
                  <a:lnTo>
                    <a:pt x="1143000" y="19050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7600" y="4724400"/>
              <a:ext cx="3810000" cy="152400"/>
            </a:xfrm>
            <a:custGeom>
              <a:avLst/>
              <a:gdLst/>
              <a:ahLst/>
              <a:cxnLst/>
              <a:rect l="l" t="t" r="r" b="b"/>
              <a:pathLst>
                <a:path w="3810000" h="152400">
                  <a:moveTo>
                    <a:pt x="3810000" y="15240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9310" y="4396740"/>
              <a:ext cx="2743200" cy="7073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91000" y="4343400"/>
              <a:ext cx="4419600" cy="1219200"/>
            </a:xfrm>
            <a:custGeom>
              <a:avLst/>
              <a:gdLst/>
              <a:ahLst/>
              <a:cxnLst/>
              <a:rect l="l" t="t" r="r" b="b"/>
              <a:pathLst>
                <a:path w="4419600" h="1219200">
                  <a:moveTo>
                    <a:pt x="0" y="152400"/>
                  </a:moveTo>
                  <a:lnTo>
                    <a:pt x="4419600" y="0"/>
                  </a:lnTo>
                </a:path>
                <a:path w="4419600" h="1219200">
                  <a:moveTo>
                    <a:pt x="0" y="685800"/>
                  </a:moveTo>
                  <a:lnTo>
                    <a:pt x="4419600" y="121920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3400" y="1493601"/>
            <a:ext cx="10972800" cy="227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OpenGL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utiliza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analogia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comparando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visualização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3D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tirar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fotografias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com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97985" marR="2074545" indent="17780">
              <a:lnSpc>
                <a:spcPts val="2590"/>
              </a:lnSpc>
              <a:spcBef>
                <a:spcPts val="1340"/>
              </a:spcBef>
            </a:pP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Volume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de</a:t>
            </a: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 visão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>
              <a:spcBef>
                <a:spcPts val="790"/>
              </a:spcBef>
            </a:pP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532130"/>
            <a:r>
              <a:rPr lang="pt-BR" sz="2400" b="1" spc="-10" dirty="0">
                <a:solidFill>
                  <a:srgbClr val="002454"/>
                </a:solidFill>
                <a:latin typeface="Arial"/>
                <a:cs typeface="Arial"/>
              </a:rPr>
              <a:t>			</a:t>
            </a:r>
            <a:r>
              <a:rPr sz="2400" b="1" spc="-10" dirty="0" err="1">
                <a:solidFill>
                  <a:srgbClr val="002454"/>
                </a:solidFill>
                <a:latin typeface="Arial"/>
                <a:cs typeface="Arial"/>
              </a:rPr>
              <a:t>câmera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934719" algn="l">
              <a:spcBef>
                <a:spcPts val="100"/>
              </a:spcBef>
            </a:pPr>
            <a:r>
              <a:rPr sz="4400" dirty="0"/>
              <a:t>Transformações</a:t>
            </a:r>
            <a:r>
              <a:rPr sz="4400" spc="-85" dirty="0"/>
              <a:t> </a:t>
            </a:r>
            <a:r>
              <a:rPr sz="4400" dirty="0"/>
              <a:t>em</a:t>
            </a:r>
            <a:r>
              <a:rPr sz="4400" spc="-85" dirty="0"/>
              <a:t> </a:t>
            </a:r>
            <a:r>
              <a:rPr sz="4400" spc="-10" dirty="0"/>
              <a:t>OpenGL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524000"/>
            <a:ext cx="10896600" cy="43434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4965" indent="-342265">
              <a:spcBef>
                <a:spcPts val="85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Modelagem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70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Mover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/deformar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indent="-342265">
              <a:spcBef>
                <a:spcPts val="74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Visualização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70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Mover</a:t>
            </a:r>
            <a:r>
              <a:rPr sz="28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orientar</a:t>
            </a:r>
            <a:r>
              <a:rPr sz="28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indent="-342265">
              <a:spcBef>
                <a:spcPts val="74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70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Ajuste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lente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/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objetiva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indent="-342265"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3000" i="1" spc="-10" dirty="0">
                <a:solidFill>
                  <a:srgbClr val="002454"/>
                </a:solidFill>
                <a:latin typeface="Arial"/>
                <a:cs typeface="Arial"/>
              </a:rPr>
              <a:t>Viewport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69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Aumentar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reduzir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fotografia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68910"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Pipeline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dirty="0"/>
              <a:t>OpenGL</a:t>
            </a:r>
            <a:r>
              <a:rPr spc="-6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Transformações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70850" y="2813050"/>
            <a:ext cx="1524000" cy="1447800"/>
            <a:chOff x="6546850" y="2813050"/>
            <a:chExt cx="1524000" cy="1447800"/>
          </a:xfrm>
        </p:grpSpPr>
        <p:sp>
          <p:nvSpPr>
            <p:cNvPr id="4" name="object 4"/>
            <p:cNvSpPr/>
            <p:nvPr/>
          </p:nvSpPr>
          <p:spPr>
            <a:xfrm>
              <a:off x="66294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94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32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32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77200" y="3211829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Times New Roman"/>
                <a:cs typeface="Times New Roman"/>
              </a:rPr>
              <a:t>Transformação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0" y="3486150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Times New Roman"/>
                <a:cs typeface="Times New Roman"/>
              </a:rPr>
              <a:t>“viewport”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18250" y="2813050"/>
            <a:ext cx="1524000" cy="1447800"/>
            <a:chOff x="4794250" y="2813050"/>
            <a:chExt cx="1524000" cy="1447800"/>
          </a:xfrm>
        </p:grpSpPr>
        <p:sp>
          <p:nvSpPr>
            <p:cNvPr id="11" name="object 11"/>
            <p:cNvSpPr/>
            <p:nvPr/>
          </p:nvSpPr>
          <p:spPr>
            <a:xfrm>
              <a:off x="48768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768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006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06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07092" y="3211829"/>
            <a:ext cx="134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 marR="162560" indent="185420">
              <a:spcBef>
                <a:spcPts val="100"/>
              </a:spcBef>
            </a:pPr>
            <a:r>
              <a:rPr i="1" spc="-10" dirty="0">
                <a:latin typeface="Times New Roman"/>
                <a:cs typeface="Times New Roman"/>
              </a:rPr>
              <a:t>Divisão Perspectiva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65650" y="2813050"/>
            <a:ext cx="1524000" cy="1447800"/>
            <a:chOff x="3041650" y="2813050"/>
            <a:chExt cx="1524000" cy="1447800"/>
          </a:xfrm>
        </p:grpSpPr>
        <p:sp>
          <p:nvSpPr>
            <p:cNvPr id="17" name="object 17"/>
            <p:cNvSpPr/>
            <p:nvPr/>
          </p:nvSpPr>
          <p:spPr>
            <a:xfrm>
              <a:off x="31242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42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480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480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54492" y="3211829"/>
            <a:ext cx="134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261620" indent="-2286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Matriz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de </a:t>
            </a:r>
            <a:r>
              <a:rPr i="1" spc="-10" dirty="0">
                <a:latin typeface="Times New Roman"/>
                <a:cs typeface="Times New Roman"/>
              </a:rPr>
              <a:t>Projeção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13050" y="2813050"/>
            <a:ext cx="1524000" cy="1447800"/>
            <a:chOff x="1289050" y="2813050"/>
            <a:chExt cx="1524000" cy="1447800"/>
          </a:xfrm>
        </p:grpSpPr>
        <p:sp>
          <p:nvSpPr>
            <p:cNvPr id="23" name="object 23"/>
            <p:cNvSpPr/>
            <p:nvPr/>
          </p:nvSpPr>
          <p:spPr>
            <a:xfrm>
              <a:off x="13716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716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54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54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32430" y="3074670"/>
            <a:ext cx="1207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86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Matriz</a:t>
            </a:r>
            <a:r>
              <a:rPr i="1" spc="-30" dirty="0">
                <a:latin typeface="Times New Roman"/>
                <a:cs typeface="Times New Roman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de </a:t>
            </a:r>
            <a:r>
              <a:rPr i="1" spc="-10" dirty="0">
                <a:latin typeface="Times New Roman"/>
                <a:cs typeface="Times New Roman"/>
              </a:rPr>
              <a:t>Modelização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52419" y="3623309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e </a:t>
            </a:r>
            <a:r>
              <a:rPr i="1" spc="-10" dirty="0">
                <a:latin typeface="Times New Roman"/>
                <a:cs typeface="Times New Roman"/>
              </a:rPr>
              <a:t>Visualização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21230" y="2813050"/>
            <a:ext cx="299720" cy="1612900"/>
            <a:chOff x="697230" y="2813050"/>
            <a:chExt cx="299720" cy="1612900"/>
          </a:xfrm>
        </p:grpSpPr>
        <p:sp>
          <p:nvSpPr>
            <p:cNvPr id="30" name="object 30"/>
            <p:cNvSpPr/>
            <p:nvPr/>
          </p:nvSpPr>
          <p:spPr>
            <a:xfrm>
              <a:off x="779780" y="28956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21082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210820" y="1524000"/>
                  </a:lnTo>
                  <a:lnTo>
                    <a:pt x="21082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780" y="28956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105410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210820" y="0"/>
                  </a:lnTo>
                  <a:lnTo>
                    <a:pt x="210820" y="1524000"/>
                  </a:lnTo>
                  <a:lnTo>
                    <a:pt x="105410" y="15240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3580" y="28194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21082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05410" y="1524000"/>
                  </a:lnTo>
                  <a:lnTo>
                    <a:pt x="210820" y="1524000"/>
                  </a:lnTo>
                  <a:lnTo>
                    <a:pt x="210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3580" y="28194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105410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210820" y="0"/>
                  </a:lnTo>
                  <a:lnTo>
                    <a:pt x="210820" y="1524000"/>
                  </a:lnTo>
                  <a:lnTo>
                    <a:pt x="105410" y="15240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65680" y="284607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65680" y="302895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65680" y="3211829"/>
            <a:ext cx="12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65680" y="3394709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65680" y="3577590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65680" y="376047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65680" y="394335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225040" y="4692650"/>
            <a:ext cx="1162050" cy="397510"/>
          </a:xfrm>
          <a:custGeom>
            <a:avLst/>
            <a:gdLst/>
            <a:ahLst/>
            <a:cxnLst/>
            <a:rect l="l" t="t" r="r" b="b"/>
            <a:pathLst>
              <a:path w="1162050" h="397510">
                <a:moveTo>
                  <a:pt x="104139" y="132080"/>
                </a:moveTo>
                <a:lnTo>
                  <a:pt x="129031" y="76707"/>
                </a:lnTo>
                <a:lnTo>
                  <a:pt x="170891" y="55270"/>
                </a:lnTo>
                <a:lnTo>
                  <a:pt x="224637" y="40843"/>
                </a:lnTo>
                <a:lnTo>
                  <a:pt x="284479" y="35560"/>
                </a:lnTo>
                <a:lnTo>
                  <a:pt x="308411" y="36472"/>
                </a:lnTo>
                <a:lnTo>
                  <a:pt x="332105" y="39052"/>
                </a:lnTo>
                <a:lnTo>
                  <a:pt x="354845" y="43060"/>
                </a:lnTo>
                <a:lnTo>
                  <a:pt x="375919" y="48260"/>
                </a:lnTo>
                <a:lnTo>
                  <a:pt x="398978" y="32861"/>
                </a:lnTo>
                <a:lnTo>
                  <a:pt x="428942" y="21272"/>
                </a:lnTo>
                <a:lnTo>
                  <a:pt x="464145" y="13970"/>
                </a:lnTo>
                <a:lnTo>
                  <a:pt x="502919" y="11430"/>
                </a:lnTo>
                <a:lnTo>
                  <a:pt x="529847" y="13335"/>
                </a:lnTo>
                <a:lnTo>
                  <a:pt x="556418" y="17145"/>
                </a:lnTo>
                <a:lnTo>
                  <a:pt x="581322" y="22860"/>
                </a:lnTo>
                <a:lnTo>
                  <a:pt x="603250" y="30480"/>
                </a:lnTo>
                <a:lnTo>
                  <a:pt x="622022" y="17680"/>
                </a:lnTo>
                <a:lnTo>
                  <a:pt x="646747" y="8096"/>
                </a:lnTo>
                <a:lnTo>
                  <a:pt x="675759" y="2083"/>
                </a:lnTo>
                <a:lnTo>
                  <a:pt x="707390" y="0"/>
                </a:lnTo>
                <a:lnTo>
                  <a:pt x="735091" y="1408"/>
                </a:lnTo>
                <a:lnTo>
                  <a:pt x="760412" y="5556"/>
                </a:lnTo>
                <a:lnTo>
                  <a:pt x="782399" y="12322"/>
                </a:lnTo>
                <a:lnTo>
                  <a:pt x="800100" y="21589"/>
                </a:lnTo>
                <a:lnTo>
                  <a:pt x="821154" y="12322"/>
                </a:lnTo>
                <a:lnTo>
                  <a:pt x="845661" y="5556"/>
                </a:lnTo>
                <a:lnTo>
                  <a:pt x="872787" y="1408"/>
                </a:lnTo>
                <a:lnTo>
                  <a:pt x="901700" y="0"/>
                </a:lnTo>
                <a:lnTo>
                  <a:pt x="946189" y="3631"/>
                </a:lnTo>
                <a:lnTo>
                  <a:pt x="984249" y="13811"/>
                </a:lnTo>
                <a:lnTo>
                  <a:pt x="1012785" y="29467"/>
                </a:lnTo>
                <a:lnTo>
                  <a:pt x="1028699" y="49530"/>
                </a:lnTo>
                <a:lnTo>
                  <a:pt x="1070887" y="59114"/>
                </a:lnTo>
                <a:lnTo>
                  <a:pt x="1104265" y="73818"/>
                </a:lnTo>
                <a:lnTo>
                  <a:pt x="1126212" y="92571"/>
                </a:lnTo>
                <a:lnTo>
                  <a:pt x="1134110" y="114300"/>
                </a:lnTo>
                <a:lnTo>
                  <a:pt x="1133375" y="120967"/>
                </a:lnTo>
                <a:lnTo>
                  <a:pt x="1131093" y="127635"/>
                </a:lnTo>
                <a:lnTo>
                  <a:pt x="1127144" y="134302"/>
                </a:lnTo>
                <a:lnTo>
                  <a:pt x="1121410" y="140969"/>
                </a:lnTo>
                <a:lnTo>
                  <a:pt x="1138475" y="152320"/>
                </a:lnTo>
                <a:lnTo>
                  <a:pt x="1151255" y="165099"/>
                </a:lnTo>
                <a:lnTo>
                  <a:pt x="1159271" y="178831"/>
                </a:lnTo>
                <a:lnTo>
                  <a:pt x="1162049" y="193039"/>
                </a:lnTo>
                <a:lnTo>
                  <a:pt x="1149945" y="222904"/>
                </a:lnTo>
                <a:lnTo>
                  <a:pt x="1116647" y="248126"/>
                </a:lnTo>
                <a:lnTo>
                  <a:pt x="1066680" y="266442"/>
                </a:lnTo>
                <a:lnTo>
                  <a:pt x="1004570" y="275589"/>
                </a:lnTo>
                <a:lnTo>
                  <a:pt x="992326" y="304045"/>
                </a:lnTo>
                <a:lnTo>
                  <a:pt x="959008" y="327025"/>
                </a:lnTo>
                <a:lnTo>
                  <a:pt x="909736" y="342384"/>
                </a:lnTo>
                <a:lnTo>
                  <a:pt x="849629" y="347980"/>
                </a:lnTo>
                <a:lnTo>
                  <a:pt x="827266" y="347265"/>
                </a:lnTo>
                <a:lnTo>
                  <a:pt x="805973" y="345122"/>
                </a:lnTo>
                <a:lnTo>
                  <a:pt x="785872" y="341550"/>
                </a:lnTo>
                <a:lnTo>
                  <a:pt x="767079" y="336550"/>
                </a:lnTo>
                <a:lnTo>
                  <a:pt x="741481" y="361076"/>
                </a:lnTo>
                <a:lnTo>
                  <a:pt x="701357" y="380365"/>
                </a:lnTo>
                <a:lnTo>
                  <a:pt x="650279" y="392985"/>
                </a:lnTo>
                <a:lnTo>
                  <a:pt x="591819" y="397510"/>
                </a:lnTo>
                <a:lnTo>
                  <a:pt x="548044" y="394771"/>
                </a:lnTo>
                <a:lnTo>
                  <a:pt x="507364" y="387032"/>
                </a:lnTo>
                <a:lnTo>
                  <a:pt x="471447" y="375007"/>
                </a:lnTo>
                <a:lnTo>
                  <a:pt x="441959" y="359410"/>
                </a:lnTo>
                <a:lnTo>
                  <a:pt x="424775" y="365343"/>
                </a:lnTo>
                <a:lnTo>
                  <a:pt x="411162" y="369728"/>
                </a:lnTo>
                <a:lnTo>
                  <a:pt x="386595" y="372447"/>
                </a:lnTo>
                <a:lnTo>
                  <a:pt x="336550" y="373380"/>
                </a:lnTo>
                <a:lnTo>
                  <a:pt x="281940" y="369947"/>
                </a:lnTo>
                <a:lnTo>
                  <a:pt x="232092" y="360203"/>
                </a:lnTo>
                <a:lnTo>
                  <a:pt x="189388" y="344983"/>
                </a:lnTo>
                <a:lnTo>
                  <a:pt x="156209" y="325119"/>
                </a:lnTo>
                <a:lnTo>
                  <a:pt x="99536" y="320139"/>
                </a:lnTo>
                <a:lnTo>
                  <a:pt x="59054" y="308133"/>
                </a:lnTo>
                <a:lnTo>
                  <a:pt x="34766" y="290651"/>
                </a:lnTo>
                <a:lnTo>
                  <a:pt x="26669" y="269239"/>
                </a:lnTo>
                <a:lnTo>
                  <a:pt x="28773" y="259556"/>
                </a:lnTo>
                <a:lnTo>
                  <a:pt x="34924" y="249872"/>
                </a:lnTo>
                <a:lnTo>
                  <a:pt x="44886" y="240665"/>
                </a:lnTo>
                <a:lnTo>
                  <a:pt x="58419" y="232410"/>
                </a:lnTo>
                <a:lnTo>
                  <a:pt x="33218" y="224194"/>
                </a:lnTo>
                <a:lnTo>
                  <a:pt x="14922" y="213359"/>
                </a:lnTo>
                <a:lnTo>
                  <a:pt x="3770" y="200620"/>
                </a:lnTo>
                <a:lnTo>
                  <a:pt x="0" y="186689"/>
                </a:lnTo>
                <a:lnTo>
                  <a:pt x="8056" y="166191"/>
                </a:lnTo>
                <a:lnTo>
                  <a:pt x="30162" y="149383"/>
                </a:lnTo>
                <a:lnTo>
                  <a:pt x="63222" y="137576"/>
                </a:lnTo>
                <a:lnTo>
                  <a:pt x="104139" y="132080"/>
                </a:lnTo>
                <a:close/>
              </a:path>
              <a:path w="1162050" h="397510">
                <a:moveTo>
                  <a:pt x="104139" y="132080"/>
                </a:moveTo>
                <a:lnTo>
                  <a:pt x="105409" y="135889"/>
                </a:lnTo>
                <a:lnTo>
                  <a:pt x="110489" y="140969"/>
                </a:lnTo>
                <a:lnTo>
                  <a:pt x="113029" y="146050"/>
                </a:lnTo>
              </a:path>
              <a:path w="1162050" h="397510">
                <a:moveTo>
                  <a:pt x="375919" y="48260"/>
                </a:moveTo>
                <a:lnTo>
                  <a:pt x="385067" y="50601"/>
                </a:lnTo>
                <a:lnTo>
                  <a:pt x="394811" y="53657"/>
                </a:lnTo>
                <a:lnTo>
                  <a:pt x="404316" y="57189"/>
                </a:lnTo>
                <a:lnTo>
                  <a:pt x="412750" y="60960"/>
                </a:lnTo>
              </a:path>
              <a:path w="1162050" h="397510">
                <a:moveTo>
                  <a:pt x="603250" y="30480"/>
                </a:moveTo>
                <a:lnTo>
                  <a:pt x="599440" y="34289"/>
                </a:lnTo>
                <a:lnTo>
                  <a:pt x="596900" y="39369"/>
                </a:lnTo>
                <a:lnTo>
                  <a:pt x="594360" y="44450"/>
                </a:lnTo>
              </a:path>
              <a:path w="1162050" h="397510">
                <a:moveTo>
                  <a:pt x="800100" y="21589"/>
                </a:moveTo>
                <a:lnTo>
                  <a:pt x="792479" y="25400"/>
                </a:lnTo>
                <a:lnTo>
                  <a:pt x="788669" y="31750"/>
                </a:lnTo>
                <a:lnTo>
                  <a:pt x="782319" y="36830"/>
                </a:lnTo>
              </a:path>
              <a:path w="1162050" h="397510">
                <a:moveTo>
                  <a:pt x="1028699" y="49530"/>
                </a:moveTo>
                <a:lnTo>
                  <a:pt x="1029970" y="53339"/>
                </a:lnTo>
                <a:lnTo>
                  <a:pt x="1035049" y="60960"/>
                </a:lnTo>
                <a:lnTo>
                  <a:pt x="1032510" y="62230"/>
                </a:lnTo>
              </a:path>
              <a:path w="1162050" h="397510">
                <a:moveTo>
                  <a:pt x="1121410" y="140969"/>
                </a:moveTo>
                <a:lnTo>
                  <a:pt x="1114028" y="147597"/>
                </a:lnTo>
                <a:lnTo>
                  <a:pt x="1105217" y="153987"/>
                </a:lnTo>
                <a:lnTo>
                  <a:pt x="1094978" y="159900"/>
                </a:lnTo>
                <a:lnTo>
                  <a:pt x="1083310" y="165100"/>
                </a:lnTo>
              </a:path>
              <a:path w="1162050" h="397510">
                <a:moveTo>
                  <a:pt x="1004570" y="275589"/>
                </a:moveTo>
                <a:lnTo>
                  <a:pt x="1001930" y="261540"/>
                </a:lnTo>
                <a:lnTo>
                  <a:pt x="987266" y="243205"/>
                </a:lnTo>
                <a:lnTo>
                  <a:pt x="959028" y="224869"/>
                </a:lnTo>
                <a:lnTo>
                  <a:pt x="915669" y="210819"/>
                </a:lnTo>
              </a:path>
              <a:path w="1162050" h="397510">
                <a:moveTo>
                  <a:pt x="767079" y="336550"/>
                </a:moveTo>
                <a:lnTo>
                  <a:pt x="770890" y="330200"/>
                </a:lnTo>
                <a:lnTo>
                  <a:pt x="773429" y="325119"/>
                </a:lnTo>
                <a:lnTo>
                  <a:pt x="773429" y="320039"/>
                </a:lnTo>
              </a:path>
              <a:path w="1162050" h="397510">
                <a:moveTo>
                  <a:pt x="443229" y="359410"/>
                </a:moveTo>
                <a:lnTo>
                  <a:pt x="437197" y="355580"/>
                </a:lnTo>
                <a:lnTo>
                  <a:pt x="432117" y="351631"/>
                </a:lnTo>
                <a:lnTo>
                  <a:pt x="427513" y="347444"/>
                </a:lnTo>
                <a:lnTo>
                  <a:pt x="422909" y="342900"/>
                </a:lnTo>
              </a:path>
              <a:path w="1162050" h="397510">
                <a:moveTo>
                  <a:pt x="156209" y="325119"/>
                </a:moveTo>
                <a:lnTo>
                  <a:pt x="163829" y="324167"/>
                </a:lnTo>
                <a:lnTo>
                  <a:pt x="171449" y="323215"/>
                </a:lnTo>
                <a:lnTo>
                  <a:pt x="179069" y="322262"/>
                </a:lnTo>
                <a:lnTo>
                  <a:pt x="186690" y="321310"/>
                </a:lnTo>
              </a:path>
              <a:path w="1162050" h="397510">
                <a:moveTo>
                  <a:pt x="58419" y="232410"/>
                </a:moveTo>
                <a:lnTo>
                  <a:pt x="72330" y="235922"/>
                </a:lnTo>
                <a:lnTo>
                  <a:pt x="87788" y="238601"/>
                </a:lnTo>
                <a:lnTo>
                  <a:pt x="105390" y="240089"/>
                </a:lnTo>
                <a:lnTo>
                  <a:pt x="125729" y="24003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2432050" y="3462020"/>
            <a:ext cx="7467600" cy="1501140"/>
            <a:chOff x="908050" y="3462020"/>
            <a:chExt cx="7467600" cy="1501140"/>
          </a:xfrm>
        </p:grpSpPr>
        <p:sp>
          <p:nvSpPr>
            <p:cNvPr id="43" name="object 43"/>
            <p:cNvSpPr/>
            <p:nvPr/>
          </p:nvSpPr>
          <p:spPr>
            <a:xfrm>
              <a:off x="908050" y="3462019"/>
              <a:ext cx="7467600" cy="76835"/>
            </a:xfrm>
            <a:custGeom>
              <a:avLst/>
              <a:gdLst/>
              <a:ahLst/>
              <a:cxnLst/>
              <a:rect l="l" t="t" r="r" b="b"/>
              <a:pathLst>
                <a:path w="7467600" h="76835">
                  <a:moveTo>
                    <a:pt x="320040" y="31750"/>
                  </a:moveTo>
                  <a:lnTo>
                    <a:pt x="0" y="30480"/>
                  </a:lnTo>
                  <a:lnTo>
                    <a:pt x="0" y="43180"/>
                  </a:lnTo>
                  <a:lnTo>
                    <a:pt x="320040" y="44450"/>
                  </a:lnTo>
                  <a:lnTo>
                    <a:pt x="320040" y="31750"/>
                  </a:lnTo>
                  <a:close/>
                </a:path>
                <a:path w="7467600" h="76835">
                  <a:moveTo>
                    <a:pt x="381000" y="38100"/>
                  </a:moveTo>
                  <a:lnTo>
                    <a:pt x="306070" y="0"/>
                  </a:lnTo>
                  <a:lnTo>
                    <a:pt x="335280" y="38100"/>
                  </a:lnTo>
                  <a:lnTo>
                    <a:pt x="306070" y="76212"/>
                  </a:lnTo>
                  <a:lnTo>
                    <a:pt x="381000" y="38100"/>
                  </a:lnTo>
                  <a:close/>
                </a:path>
                <a:path w="7467600" h="76835">
                  <a:moveTo>
                    <a:pt x="2072640" y="31750"/>
                  </a:moveTo>
                  <a:lnTo>
                    <a:pt x="1828800" y="30480"/>
                  </a:lnTo>
                  <a:lnTo>
                    <a:pt x="1828800" y="43180"/>
                  </a:lnTo>
                  <a:lnTo>
                    <a:pt x="2072640" y="44450"/>
                  </a:lnTo>
                  <a:lnTo>
                    <a:pt x="2072640" y="31750"/>
                  </a:lnTo>
                  <a:close/>
                </a:path>
                <a:path w="7467600" h="76835">
                  <a:moveTo>
                    <a:pt x="2133600" y="38100"/>
                  </a:moveTo>
                  <a:lnTo>
                    <a:pt x="2057400" y="0"/>
                  </a:lnTo>
                  <a:lnTo>
                    <a:pt x="2087880" y="38100"/>
                  </a:lnTo>
                  <a:lnTo>
                    <a:pt x="2057400" y="76212"/>
                  </a:lnTo>
                  <a:lnTo>
                    <a:pt x="2133600" y="38100"/>
                  </a:lnTo>
                  <a:close/>
                </a:path>
                <a:path w="7467600" h="76835">
                  <a:moveTo>
                    <a:pt x="3825240" y="31750"/>
                  </a:moveTo>
                  <a:lnTo>
                    <a:pt x="3581400" y="30480"/>
                  </a:lnTo>
                  <a:lnTo>
                    <a:pt x="3581400" y="43180"/>
                  </a:lnTo>
                  <a:lnTo>
                    <a:pt x="3825240" y="44450"/>
                  </a:lnTo>
                  <a:lnTo>
                    <a:pt x="3825240" y="31750"/>
                  </a:lnTo>
                  <a:close/>
                </a:path>
                <a:path w="7467600" h="76835">
                  <a:moveTo>
                    <a:pt x="3886200" y="38100"/>
                  </a:moveTo>
                  <a:lnTo>
                    <a:pt x="3810000" y="0"/>
                  </a:lnTo>
                  <a:lnTo>
                    <a:pt x="3840480" y="38100"/>
                  </a:lnTo>
                  <a:lnTo>
                    <a:pt x="3810000" y="76212"/>
                  </a:lnTo>
                  <a:lnTo>
                    <a:pt x="3886200" y="38100"/>
                  </a:lnTo>
                  <a:close/>
                </a:path>
                <a:path w="7467600" h="76835">
                  <a:moveTo>
                    <a:pt x="5577840" y="31750"/>
                  </a:moveTo>
                  <a:lnTo>
                    <a:pt x="5334000" y="30480"/>
                  </a:lnTo>
                  <a:lnTo>
                    <a:pt x="5334000" y="43180"/>
                  </a:lnTo>
                  <a:lnTo>
                    <a:pt x="5577840" y="44450"/>
                  </a:lnTo>
                  <a:lnTo>
                    <a:pt x="5577840" y="31750"/>
                  </a:lnTo>
                  <a:close/>
                </a:path>
                <a:path w="7467600" h="76835">
                  <a:moveTo>
                    <a:pt x="5638800" y="38100"/>
                  </a:moveTo>
                  <a:lnTo>
                    <a:pt x="5563870" y="0"/>
                  </a:lnTo>
                  <a:lnTo>
                    <a:pt x="5593080" y="38100"/>
                  </a:lnTo>
                  <a:lnTo>
                    <a:pt x="5563870" y="76212"/>
                  </a:lnTo>
                  <a:lnTo>
                    <a:pt x="5638800" y="38100"/>
                  </a:lnTo>
                  <a:close/>
                </a:path>
                <a:path w="7467600" h="76835">
                  <a:moveTo>
                    <a:pt x="7406640" y="31750"/>
                  </a:moveTo>
                  <a:lnTo>
                    <a:pt x="7086600" y="30480"/>
                  </a:lnTo>
                  <a:lnTo>
                    <a:pt x="7086600" y="43180"/>
                  </a:lnTo>
                  <a:lnTo>
                    <a:pt x="7406640" y="44450"/>
                  </a:lnTo>
                  <a:lnTo>
                    <a:pt x="7406640" y="31750"/>
                  </a:lnTo>
                  <a:close/>
                </a:path>
                <a:path w="7467600" h="76835">
                  <a:moveTo>
                    <a:pt x="7467600" y="38100"/>
                  </a:moveTo>
                  <a:lnTo>
                    <a:pt x="7392670" y="0"/>
                  </a:lnTo>
                  <a:lnTo>
                    <a:pt x="7421880" y="38100"/>
                  </a:lnTo>
                  <a:lnTo>
                    <a:pt x="7392670" y="76212"/>
                  </a:lnTo>
                  <a:lnTo>
                    <a:pt x="7467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475" y="4413825"/>
              <a:ext cx="200779" cy="725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76960" y="3901440"/>
              <a:ext cx="146050" cy="293370"/>
            </a:xfrm>
            <a:custGeom>
              <a:avLst/>
              <a:gdLst/>
              <a:ahLst/>
              <a:cxnLst/>
              <a:rect l="l" t="t" r="r" b="b"/>
              <a:pathLst>
                <a:path w="146050" h="293370">
                  <a:moveTo>
                    <a:pt x="81280" y="250190"/>
                  </a:moveTo>
                  <a:lnTo>
                    <a:pt x="106937" y="251777"/>
                  </a:lnTo>
                  <a:lnTo>
                    <a:pt x="127476" y="256222"/>
                  </a:lnTo>
                  <a:lnTo>
                    <a:pt x="141108" y="263048"/>
                  </a:lnTo>
                  <a:lnTo>
                    <a:pt x="146050" y="271780"/>
                  </a:lnTo>
                  <a:lnTo>
                    <a:pt x="141108" y="280511"/>
                  </a:lnTo>
                  <a:lnTo>
                    <a:pt x="127476" y="287337"/>
                  </a:lnTo>
                  <a:lnTo>
                    <a:pt x="106937" y="291782"/>
                  </a:lnTo>
                  <a:lnTo>
                    <a:pt x="81280" y="293370"/>
                  </a:lnTo>
                  <a:lnTo>
                    <a:pt x="55622" y="291782"/>
                  </a:lnTo>
                  <a:lnTo>
                    <a:pt x="35083" y="287337"/>
                  </a:lnTo>
                  <a:lnTo>
                    <a:pt x="21451" y="280511"/>
                  </a:lnTo>
                  <a:lnTo>
                    <a:pt x="16509" y="271780"/>
                  </a:lnTo>
                  <a:lnTo>
                    <a:pt x="21451" y="263048"/>
                  </a:lnTo>
                  <a:lnTo>
                    <a:pt x="35083" y="256222"/>
                  </a:lnTo>
                  <a:lnTo>
                    <a:pt x="55622" y="251777"/>
                  </a:lnTo>
                  <a:lnTo>
                    <a:pt x="81280" y="250190"/>
                  </a:lnTo>
                  <a:close/>
                </a:path>
                <a:path w="146050" h="293370">
                  <a:moveTo>
                    <a:pt x="36830" y="0"/>
                  </a:moveTo>
                  <a:lnTo>
                    <a:pt x="51891" y="912"/>
                  </a:lnTo>
                  <a:lnTo>
                    <a:pt x="63976" y="3492"/>
                  </a:lnTo>
                  <a:lnTo>
                    <a:pt x="72012" y="7500"/>
                  </a:lnTo>
                  <a:lnTo>
                    <a:pt x="74930" y="12700"/>
                  </a:lnTo>
                  <a:lnTo>
                    <a:pt x="72012" y="17164"/>
                  </a:lnTo>
                  <a:lnTo>
                    <a:pt x="63976" y="20796"/>
                  </a:lnTo>
                  <a:lnTo>
                    <a:pt x="51891" y="23237"/>
                  </a:lnTo>
                  <a:lnTo>
                    <a:pt x="36830" y="24130"/>
                  </a:lnTo>
                  <a:lnTo>
                    <a:pt x="21967" y="23237"/>
                  </a:lnTo>
                  <a:lnTo>
                    <a:pt x="10318" y="20796"/>
                  </a:lnTo>
                  <a:lnTo>
                    <a:pt x="2718" y="17164"/>
                  </a:lnTo>
                  <a:lnTo>
                    <a:pt x="0" y="12700"/>
                  </a:lnTo>
                  <a:lnTo>
                    <a:pt x="2718" y="7500"/>
                  </a:lnTo>
                  <a:lnTo>
                    <a:pt x="10318" y="3492"/>
                  </a:lnTo>
                  <a:lnTo>
                    <a:pt x="21967" y="912"/>
                  </a:lnTo>
                  <a:lnTo>
                    <a:pt x="3683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6175" y="4248725"/>
              <a:ext cx="184269" cy="7250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827020" y="3484880"/>
              <a:ext cx="156210" cy="419100"/>
            </a:xfrm>
            <a:custGeom>
              <a:avLst/>
              <a:gdLst/>
              <a:ahLst/>
              <a:cxnLst/>
              <a:rect l="l" t="t" r="r" b="b"/>
              <a:pathLst>
                <a:path w="156210" h="419100">
                  <a:moveTo>
                    <a:pt x="96519" y="375920"/>
                  </a:moveTo>
                  <a:lnTo>
                    <a:pt x="119776" y="377686"/>
                  </a:lnTo>
                  <a:lnTo>
                    <a:pt x="138747" y="382428"/>
                  </a:lnTo>
                  <a:lnTo>
                    <a:pt x="151526" y="389314"/>
                  </a:lnTo>
                  <a:lnTo>
                    <a:pt x="156210" y="397510"/>
                  </a:lnTo>
                  <a:lnTo>
                    <a:pt x="151526" y="406241"/>
                  </a:lnTo>
                  <a:lnTo>
                    <a:pt x="138747" y="413067"/>
                  </a:lnTo>
                  <a:lnTo>
                    <a:pt x="119776" y="417512"/>
                  </a:lnTo>
                  <a:lnTo>
                    <a:pt x="96519" y="419100"/>
                  </a:lnTo>
                  <a:lnTo>
                    <a:pt x="72727" y="417512"/>
                  </a:lnTo>
                  <a:lnTo>
                    <a:pt x="53816" y="413067"/>
                  </a:lnTo>
                  <a:lnTo>
                    <a:pt x="41334" y="406241"/>
                  </a:lnTo>
                  <a:lnTo>
                    <a:pt x="36830" y="397510"/>
                  </a:lnTo>
                  <a:lnTo>
                    <a:pt x="41334" y="389314"/>
                  </a:lnTo>
                  <a:lnTo>
                    <a:pt x="53816" y="382428"/>
                  </a:lnTo>
                  <a:lnTo>
                    <a:pt x="72727" y="377686"/>
                  </a:lnTo>
                  <a:lnTo>
                    <a:pt x="96519" y="375920"/>
                  </a:lnTo>
                  <a:close/>
                </a:path>
                <a:path w="156210" h="419100">
                  <a:moveTo>
                    <a:pt x="34290" y="0"/>
                  </a:moveTo>
                  <a:lnTo>
                    <a:pt x="48220" y="912"/>
                  </a:lnTo>
                  <a:lnTo>
                    <a:pt x="59055" y="3492"/>
                  </a:lnTo>
                  <a:lnTo>
                    <a:pt x="66079" y="7500"/>
                  </a:lnTo>
                  <a:lnTo>
                    <a:pt x="68580" y="12700"/>
                  </a:lnTo>
                  <a:lnTo>
                    <a:pt x="66079" y="17899"/>
                  </a:lnTo>
                  <a:lnTo>
                    <a:pt x="59055" y="21907"/>
                  </a:lnTo>
                  <a:lnTo>
                    <a:pt x="48220" y="24487"/>
                  </a:lnTo>
                  <a:lnTo>
                    <a:pt x="34290" y="25400"/>
                  </a:lnTo>
                  <a:lnTo>
                    <a:pt x="20895" y="24487"/>
                  </a:lnTo>
                  <a:lnTo>
                    <a:pt x="10001" y="21907"/>
                  </a:lnTo>
                  <a:lnTo>
                    <a:pt x="2678" y="17899"/>
                  </a:lnTo>
                  <a:lnTo>
                    <a:pt x="0" y="12700"/>
                  </a:lnTo>
                  <a:lnTo>
                    <a:pt x="2678" y="7500"/>
                  </a:lnTo>
                  <a:lnTo>
                    <a:pt x="10001" y="3492"/>
                  </a:lnTo>
                  <a:lnTo>
                    <a:pt x="20895" y="912"/>
                  </a:lnTo>
                  <a:lnTo>
                    <a:pt x="3429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9395" y="4201735"/>
              <a:ext cx="158869" cy="7250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51679" y="3497580"/>
              <a:ext cx="2531110" cy="1461770"/>
            </a:xfrm>
            <a:custGeom>
              <a:avLst/>
              <a:gdLst/>
              <a:ahLst/>
              <a:cxnLst/>
              <a:rect l="l" t="t" r="r" b="b"/>
              <a:pathLst>
                <a:path w="2531109" h="1461770">
                  <a:moveTo>
                    <a:pt x="50800" y="346710"/>
                  </a:moveTo>
                  <a:lnTo>
                    <a:pt x="71060" y="348297"/>
                  </a:lnTo>
                  <a:lnTo>
                    <a:pt x="87153" y="352742"/>
                  </a:lnTo>
                  <a:lnTo>
                    <a:pt x="97770" y="359568"/>
                  </a:lnTo>
                  <a:lnTo>
                    <a:pt x="101600" y="368300"/>
                  </a:lnTo>
                  <a:lnTo>
                    <a:pt x="97770" y="376495"/>
                  </a:lnTo>
                  <a:lnTo>
                    <a:pt x="87153" y="383381"/>
                  </a:lnTo>
                  <a:lnTo>
                    <a:pt x="71060" y="388123"/>
                  </a:lnTo>
                  <a:lnTo>
                    <a:pt x="50800" y="389890"/>
                  </a:lnTo>
                  <a:lnTo>
                    <a:pt x="30539" y="388123"/>
                  </a:lnTo>
                  <a:lnTo>
                    <a:pt x="14446" y="383381"/>
                  </a:lnTo>
                  <a:lnTo>
                    <a:pt x="3829" y="376495"/>
                  </a:lnTo>
                  <a:lnTo>
                    <a:pt x="0" y="368300"/>
                  </a:lnTo>
                  <a:lnTo>
                    <a:pt x="3829" y="359568"/>
                  </a:lnTo>
                  <a:lnTo>
                    <a:pt x="14446" y="352742"/>
                  </a:lnTo>
                  <a:lnTo>
                    <a:pt x="30539" y="348297"/>
                  </a:lnTo>
                  <a:lnTo>
                    <a:pt x="50800" y="346710"/>
                  </a:lnTo>
                  <a:close/>
                </a:path>
                <a:path w="2531109" h="1461770">
                  <a:moveTo>
                    <a:pt x="45720" y="0"/>
                  </a:moveTo>
                  <a:lnTo>
                    <a:pt x="57249" y="912"/>
                  </a:lnTo>
                  <a:lnTo>
                    <a:pt x="66516" y="3492"/>
                  </a:lnTo>
                  <a:lnTo>
                    <a:pt x="72687" y="7500"/>
                  </a:lnTo>
                  <a:lnTo>
                    <a:pt x="74930" y="12700"/>
                  </a:lnTo>
                  <a:lnTo>
                    <a:pt x="72687" y="17899"/>
                  </a:lnTo>
                  <a:lnTo>
                    <a:pt x="66516" y="21907"/>
                  </a:lnTo>
                  <a:lnTo>
                    <a:pt x="57249" y="24487"/>
                  </a:lnTo>
                  <a:lnTo>
                    <a:pt x="45720" y="25400"/>
                  </a:lnTo>
                  <a:lnTo>
                    <a:pt x="33992" y="24487"/>
                  </a:lnTo>
                  <a:lnTo>
                    <a:pt x="24288" y="21907"/>
                  </a:lnTo>
                  <a:lnTo>
                    <a:pt x="17680" y="17899"/>
                  </a:lnTo>
                  <a:lnTo>
                    <a:pt x="15240" y="12700"/>
                  </a:lnTo>
                  <a:lnTo>
                    <a:pt x="17680" y="7500"/>
                  </a:lnTo>
                  <a:lnTo>
                    <a:pt x="24288" y="3492"/>
                  </a:lnTo>
                  <a:lnTo>
                    <a:pt x="33992" y="912"/>
                  </a:lnTo>
                  <a:lnTo>
                    <a:pt x="45720" y="0"/>
                  </a:lnTo>
                  <a:close/>
                </a:path>
                <a:path w="2531109" h="1461770">
                  <a:moveTo>
                    <a:pt x="1337310" y="1073150"/>
                  </a:moveTo>
                  <a:lnTo>
                    <a:pt x="1353867" y="1005651"/>
                  </a:lnTo>
                  <a:lnTo>
                    <a:pt x="1386998" y="977265"/>
                  </a:lnTo>
                  <a:lnTo>
                    <a:pt x="1431666" y="954804"/>
                  </a:lnTo>
                  <a:lnTo>
                    <a:pt x="1484094" y="940035"/>
                  </a:lnTo>
                  <a:lnTo>
                    <a:pt x="1540510" y="934720"/>
                  </a:lnTo>
                  <a:lnTo>
                    <a:pt x="1567299" y="935335"/>
                  </a:lnTo>
                  <a:lnTo>
                    <a:pt x="1593850" y="938688"/>
                  </a:lnTo>
                  <a:lnTo>
                    <a:pt x="1619448" y="944185"/>
                  </a:lnTo>
                  <a:lnTo>
                    <a:pt x="1643380" y="951230"/>
                  </a:lnTo>
                  <a:lnTo>
                    <a:pt x="1669732" y="929699"/>
                  </a:lnTo>
                  <a:lnTo>
                    <a:pt x="1703705" y="913288"/>
                  </a:lnTo>
                  <a:lnTo>
                    <a:pt x="1743392" y="902831"/>
                  </a:lnTo>
                  <a:lnTo>
                    <a:pt x="1786890" y="899160"/>
                  </a:lnTo>
                  <a:lnTo>
                    <a:pt x="1817608" y="901561"/>
                  </a:lnTo>
                  <a:lnTo>
                    <a:pt x="1847850" y="906938"/>
                  </a:lnTo>
                  <a:lnTo>
                    <a:pt x="1876186" y="915412"/>
                  </a:lnTo>
                  <a:lnTo>
                    <a:pt x="1901190" y="927100"/>
                  </a:lnTo>
                  <a:lnTo>
                    <a:pt x="1921589" y="907633"/>
                  </a:lnTo>
                  <a:lnTo>
                    <a:pt x="1949132" y="893286"/>
                  </a:lnTo>
                  <a:lnTo>
                    <a:pt x="1981914" y="884416"/>
                  </a:lnTo>
                  <a:lnTo>
                    <a:pt x="2018029" y="881380"/>
                  </a:lnTo>
                  <a:lnTo>
                    <a:pt x="2048589" y="883662"/>
                  </a:lnTo>
                  <a:lnTo>
                    <a:pt x="2076767" y="890111"/>
                  </a:lnTo>
                  <a:lnTo>
                    <a:pt x="2101611" y="900132"/>
                  </a:lnTo>
                  <a:lnTo>
                    <a:pt x="2122170" y="913130"/>
                  </a:lnTo>
                  <a:lnTo>
                    <a:pt x="2145565" y="899596"/>
                  </a:lnTo>
                  <a:lnTo>
                    <a:pt x="2173128" y="889635"/>
                  </a:lnTo>
                  <a:lnTo>
                    <a:pt x="2203787" y="883483"/>
                  </a:lnTo>
                  <a:lnTo>
                    <a:pt x="2236470" y="881380"/>
                  </a:lnTo>
                  <a:lnTo>
                    <a:pt x="2287111" y="886797"/>
                  </a:lnTo>
                  <a:lnTo>
                    <a:pt x="2330132" y="901858"/>
                  </a:lnTo>
                  <a:lnTo>
                    <a:pt x="2362199" y="924778"/>
                  </a:lnTo>
                  <a:lnTo>
                    <a:pt x="2379979" y="953770"/>
                  </a:lnTo>
                  <a:lnTo>
                    <a:pt x="2427366" y="967759"/>
                  </a:lnTo>
                  <a:lnTo>
                    <a:pt x="2464752" y="989488"/>
                  </a:lnTo>
                  <a:lnTo>
                    <a:pt x="2489279" y="1017170"/>
                  </a:lnTo>
                  <a:lnTo>
                    <a:pt x="2498090" y="1049020"/>
                  </a:lnTo>
                  <a:lnTo>
                    <a:pt x="2497335" y="1058545"/>
                  </a:lnTo>
                  <a:lnTo>
                    <a:pt x="2494914" y="1068070"/>
                  </a:lnTo>
                  <a:lnTo>
                    <a:pt x="2490589" y="1077595"/>
                  </a:lnTo>
                  <a:lnTo>
                    <a:pt x="2484120" y="1087120"/>
                  </a:lnTo>
                  <a:lnTo>
                    <a:pt x="2503785" y="1104185"/>
                  </a:lnTo>
                  <a:lnTo>
                    <a:pt x="2518568" y="1122680"/>
                  </a:lnTo>
                  <a:lnTo>
                    <a:pt x="2527875" y="1142126"/>
                  </a:lnTo>
                  <a:lnTo>
                    <a:pt x="2531110" y="1162050"/>
                  </a:lnTo>
                  <a:lnTo>
                    <a:pt x="2522118" y="1197772"/>
                  </a:lnTo>
                  <a:lnTo>
                    <a:pt x="2496972" y="1229288"/>
                  </a:lnTo>
                  <a:lnTo>
                    <a:pt x="2458415" y="1255135"/>
                  </a:lnTo>
                  <a:lnTo>
                    <a:pt x="2409190" y="1273850"/>
                  </a:lnTo>
                  <a:lnTo>
                    <a:pt x="2352040" y="1283970"/>
                  </a:lnTo>
                  <a:lnTo>
                    <a:pt x="2343200" y="1317853"/>
                  </a:lnTo>
                  <a:lnTo>
                    <a:pt x="2318512" y="1346860"/>
                  </a:lnTo>
                  <a:lnTo>
                    <a:pt x="2280716" y="1369466"/>
                  </a:lnTo>
                  <a:lnTo>
                    <a:pt x="2232558" y="1384147"/>
                  </a:lnTo>
                  <a:lnTo>
                    <a:pt x="2176779" y="1389380"/>
                  </a:lnTo>
                  <a:lnTo>
                    <a:pt x="2152292" y="1388229"/>
                  </a:lnTo>
                  <a:lnTo>
                    <a:pt x="2128520" y="1384935"/>
                  </a:lnTo>
                  <a:lnTo>
                    <a:pt x="2105699" y="1379735"/>
                  </a:lnTo>
                  <a:lnTo>
                    <a:pt x="2084070" y="1372870"/>
                  </a:lnTo>
                  <a:lnTo>
                    <a:pt x="2062632" y="1402110"/>
                  </a:lnTo>
                  <a:lnTo>
                    <a:pt x="2030222" y="1426657"/>
                  </a:lnTo>
                  <a:lnTo>
                    <a:pt x="1988972" y="1445473"/>
                  </a:lnTo>
                  <a:lnTo>
                    <a:pt x="1941017" y="1457523"/>
                  </a:lnTo>
                  <a:lnTo>
                    <a:pt x="1888490" y="1461770"/>
                  </a:lnTo>
                  <a:lnTo>
                    <a:pt x="1838860" y="1457682"/>
                  </a:lnTo>
                  <a:lnTo>
                    <a:pt x="1792446" y="1446212"/>
                  </a:lnTo>
                  <a:lnTo>
                    <a:pt x="1751508" y="1428551"/>
                  </a:lnTo>
                  <a:lnTo>
                    <a:pt x="1718310" y="1405890"/>
                  </a:lnTo>
                  <a:lnTo>
                    <a:pt x="1699121" y="1414422"/>
                  </a:lnTo>
                  <a:lnTo>
                    <a:pt x="1683861" y="1420812"/>
                  </a:lnTo>
                  <a:lnTo>
                    <a:pt x="1655980" y="1424820"/>
                  </a:lnTo>
                  <a:lnTo>
                    <a:pt x="1598930" y="1426210"/>
                  </a:lnTo>
                  <a:lnTo>
                    <a:pt x="1537731" y="1421348"/>
                  </a:lnTo>
                  <a:lnTo>
                    <a:pt x="1481772" y="1407318"/>
                  </a:lnTo>
                  <a:lnTo>
                    <a:pt x="1433909" y="1384954"/>
                  </a:lnTo>
                  <a:lnTo>
                    <a:pt x="1397000" y="1355090"/>
                  </a:lnTo>
                  <a:lnTo>
                    <a:pt x="1332726" y="1348124"/>
                  </a:lnTo>
                  <a:lnTo>
                    <a:pt x="1286668" y="1330801"/>
                  </a:lnTo>
                  <a:lnTo>
                    <a:pt x="1258947" y="1305619"/>
                  </a:lnTo>
                  <a:lnTo>
                    <a:pt x="1249680" y="1275080"/>
                  </a:lnTo>
                  <a:lnTo>
                    <a:pt x="1252021" y="1260117"/>
                  </a:lnTo>
                  <a:lnTo>
                    <a:pt x="1258887" y="1245870"/>
                  </a:lnTo>
                  <a:lnTo>
                    <a:pt x="1270039" y="1232574"/>
                  </a:lnTo>
                  <a:lnTo>
                    <a:pt x="1285240" y="1220470"/>
                  </a:lnTo>
                  <a:lnTo>
                    <a:pt x="1257438" y="1208702"/>
                  </a:lnTo>
                  <a:lnTo>
                    <a:pt x="1237138" y="1193006"/>
                  </a:lnTo>
                  <a:lnTo>
                    <a:pt x="1224696" y="1174214"/>
                  </a:lnTo>
                  <a:lnTo>
                    <a:pt x="1220470" y="1153160"/>
                  </a:lnTo>
                  <a:lnTo>
                    <a:pt x="1229439" y="1124227"/>
                  </a:lnTo>
                  <a:lnTo>
                    <a:pt x="1254125" y="1099820"/>
                  </a:lnTo>
                  <a:lnTo>
                    <a:pt x="1291193" y="1082079"/>
                  </a:lnTo>
                  <a:lnTo>
                    <a:pt x="1337310" y="1073150"/>
                  </a:lnTo>
                  <a:close/>
                </a:path>
                <a:path w="2531109" h="1461770">
                  <a:moveTo>
                    <a:pt x="1337310" y="1073150"/>
                  </a:moveTo>
                  <a:lnTo>
                    <a:pt x="1338580" y="1080770"/>
                  </a:lnTo>
                  <a:lnTo>
                    <a:pt x="1344930" y="1088390"/>
                  </a:lnTo>
                  <a:lnTo>
                    <a:pt x="1347470" y="1094740"/>
                  </a:lnTo>
                </a:path>
                <a:path w="2531109" h="1461770">
                  <a:moveTo>
                    <a:pt x="1643380" y="951230"/>
                  </a:moveTo>
                  <a:lnTo>
                    <a:pt x="1654413" y="955456"/>
                  </a:lnTo>
                  <a:lnTo>
                    <a:pt x="1665922" y="960278"/>
                  </a:lnTo>
                  <a:lnTo>
                    <a:pt x="1676955" y="965338"/>
                  </a:lnTo>
                  <a:lnTo>
                    <a:pt x="1686560" y="970280"/>
                  </a:lnTo>
                </a:path>
                <a:path w="2531109" h="1461770">
                  <a:moveTo>
                    <a:pt x="1901190" y="927100"/>
                  </a:moveTo>
                  <a:lnTo>
                    <a:pt x="1896110" y="933450"/>
                  </a:lnTo>
                  <a:lnTo>
                    <a:pt x="1892300" y="939800"/>
                  </a:lnTo>
                  <a:lnTo>
                    <a:pt x="1889760" y="946150"/>
                  </a:lnTo>
                </a:path>
                <a:path w="2531109" h="1461770">
                  <a:moveTo>
                    <a:pt x="2122170" y="913130"/>
                  </a:moveTo>
                  <a:lnTo>
                    <a:pt x="2116157" y="918309"/>
                  </a:lnTo>
                  <a:lnTo>
                    <a:pt x="2111216" y="924083"/>
                  </a:lnTo>
                  <a:lnTo>
                    <a:pt x="2106989" y="930096"/>
                  </a:lnTo>
                  <a:lnTo>
                    <a:pt x="2103120" y="935990"/>
                  </a:lnTo>
                </a:path>
                <a:path w="2531109" h="1461770">
                  <a:moveTo>
                    <a:pt x="2379979" y="953770"/>
                  </a:moveTo>
                  <a:lnTo>
                    <a:pt x="2381250" y="958850"/>
                  </a:lnTo>
                  <a:lnTo>
                    <a:pt x="2386329" y="970280"/>
                  </a:lnTo>
                  <a:lnTo>
                    <a:pt x="2385060" y="971550"/>
                  </a:lnTo>
                </a:path>
                <a:path w="2531109" h="1461770">
                  <a:moveTo>
                    <a:pt x="2484120" y="1087120"/>
                  </a:moveTo>
                  <a:lnTo>
                    <a:pt x="2475745" y="1097141"/>
                  </a:lnTo>
                  <a:lnTo>
                    <a:pt x="2465705" y="1106328"/>
                  </a:lnTo>
                  <a:lnTo>
                    <a:pt x="2453759" y="1114802"/>
                  </a:lnTo>
                  <a:lnTo>
                    <a:pt x="2439670" y="1122680"/>
                  </a:lnTo>
                </a:path>
                <a:path w="2531109" h="1461770">
                  <a:moveTo>
                    <a:pt x="2352040" y="1283970"/>
                  </a:moveTo>
                  <a:lnTo>
                    <a:pt x="2349400" y="1262836"/>
                  </a:lnTo>
                  <a:lnTo>
                    <a:pt x="2332831" y="1235868"/>
                  </a:lnTo>
                  <a:lnTo>
                    <a:pt x="2300783" y="1209139"/>
                  </a:lnTo>
                  <a:lnTo>
                    <a:pt x="2251710" y="1188720"/>
                  </a:lnTo>
                </a:path>
                <a:path w="2531109" h="1461770">
                  <a:moveTo>
                    <a:pt x="2084070" y="1372870"/>
                  </a:moveTo>
                  <a:lnTo>
                    <a:pt x="2087225" y="1366400"/>
                  </a:lnTo>
                  <a:lnTo>
                    <a:pt x="2089308" y="1360170"/>
                  </a:lnTo>
                  <a:lnTo>
                    <a:pt x="2090677" y="1353939"/>
                  </a:lnTo>
                  <a:lnTo>
                    <a:pt x="2091690" y="1347470"/>
                  </a:lnTo>
                </a:path>
                <a:path w="2531109" h="1461770">
                  <a:moveTo>
                    <a:pt x="1719580" y="1405890"/>
                  </a:moveTo>
                  <a:lnTo>
                    <a:pt x="1712634" y="1400155"/>
                  </a:lnTo>
                  <a:lnTo>
                    <a:pt x="1706880" y="1394301"/>
                  </a:lnTo>
                  <a:lnTo>
                    <a:pt x="1702077" y="1388209"/>
                  </a:lnTo>
                  <a:lnTo>
                    <a:pt x="1697990" y="1381760"/>
                  </a:lnTo>
                </a:path>
                <a:path w="2531109" h="1461770">
                  <a:moveTo>
                    <a:pt x="1397000" y="1355090"/>
                  </a:moveTo>
                  <a:lnTo>
                    <a:pt x="1405552" y="1354117"/>
                  </a:lnTo>
                  <a:lnTo>
                    <a:pt x="1413986" y="1353026"/>
                  </a:lnTo>
                  <a:lnTo>
                    <a:pt x="1422181" y="1351696"/>
                  </a:lnTo>
                  <a:lnTo>
                    <a:pt x="1430020" y="1350010"/>
                  </a:lnTo>
                </a:path>
                <a:path w="2531109" h="1461770">
                  <a:moveTo>
                    <a:pt x="1285240" y="1220470"/>
                  </a:moveTo>
                  <a:lnTo>
                    <a:pt x="1301075" y="1225827"/>
                  </a:lnTo>
                  <a:lnTo>
                    <a:pt x="1318577" y="1229995"/>
                  </a:lnTo>
                  <a:lnTo>
                    <a:pt x="1338460" y="1232257"/>
                  </a:lnTo>
                  <a:lnTo>
                    <a:pt x="1361440" y="1231900"/>
                  </a:lnTo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7075" y="4086165"/>
              <a:ext cx="223639" cy="10171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7395" y="3810575"/>
              <a:ext cx="152519" cy="6996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327140" y="3561080"/>
              <a:ext cx="85090" cy="36830"/>
            </a:xfrm>
            <a:custGeom>
              <a:avLst/>
              <a:gdLst/>
              <a:ahLst/>
              <a:cxnLst/>
              <a:rect l="l" t="t" r="r" b="b"/>
              <a:pathLst>
                <a:path w="85089" h="36829">
                  <a:moveTo>
                    <a:pt x="43180" y="0"/>
                  </a:moveTo>
                  <a:lnTo>
                    <a:pt x="59372" y="1349"/>
                  </a:lnTo>
                  <a:lnTo>
                    <a:pt x="72707" y="5079"/>
                  </a:lnTo>
                  <a:lnTo>
                    <a:pt x="81756" y="10715"/>
                  </a:lnTo>
                  <a:lnTo>
                    <a:pt x="85089" y="17780"/>
                  </a:lnTo>
                  <a:lnTo>
                    <a:pt x="81756" y="25042"/>
                  </a:lnTo>
                  <a:lnTo>
                    <a:pt x="72707" y="31114"/>
                  </a:lnTo>
                  <a:lnTo>
                    <a:pt x="59372" y="35282"/>
                  </a:lnTo>
                  <a:lnTo>
                    <a:pt x="43180" y="36830"/>
                  </a:lnTo>
                  <a:lnTo>
                    <a:pt x="26253" y="35282"/>
                  </a:lnTo>
                  <a:lnTo>
                    <a:pt x="12541" y="31115"/>
                  </a:lnTo>
                  <a:lnTo>
                    <a:pt x="3353" y="25042"/>
                  </a:lnTo>
                  <a:lnTo>
                    <a:pt x="0" y="17780"/>
                  </a:lnTo>
                  <a:lnTo>
                    <a:pt x="3353" y="10715"/>
                  </a:lnTo>
                  <a:lnTo>
                    <a:pt x="12541" y="5079"/>
                  </a:lnTo>
                  <a:lnTo>
                    <a:pt x="26253" y="1349"/>
                  </a:lnTo>
                  <a:lnTo>
                    <a:pt x="4318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479042" y="4786629"/>
            <a:ext cx="5099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objet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79039" y="5091429"/>
            <a:ext cx="127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069079" y="4653279"/>
            <a:ext cx="1070610" cy="397510"/>
          </a:xfrm>
          <a:custGeom>
            <a:avLst/>
            <a:gdLst/>
            <a:ahLst/>
            <a:cxnLst/>
            <a:rect l="l" t="t" r="r" b="b"/>
            <a:pathLst>
              <a:path w="1070610" h="397510">
                <a:moveTo>
                  <a:pt x="95250" y="132080"/>
                </a:moveTo>
                <a:lnTo>
                  <a:pt x="117886" y="76708"/>
                </a:lnTo>
                <a:lnTo>
                  <a:pt x="156331" y="55270"/>
                </a:lnTo>
                <a:lnTo>
                  <a:pt x="205628" y="40843"/>
                </a:lnTo>
                <a:lnTo>
                  <a:pt x="260350" y="35560"/>
                </a:lnTo>
                <a:lnTo>
                  <a:pt x="282396" y="36452"/>
                </a:lnTo>
                <a:lnTo>
                  <a:pt x="304323" y="38893"/>
                </a:lnTo>
                <a:lnTo>
                  <a:pt x="325536" y="42525"/>
                </a:lnTo>
                <a:lnTo>
                  <a:pt x="345439" y="46990"/>
                </a:lnTo>
                <a:lnTo>
                  <a:pt x="366375" y="32325"/>
                </a:lnTo>
                <a:lnTo>
                  <a:pt x="393858" y="21113"/>
                </a:lnTo>
                <a:lnTo>
                  <a:pt x="426342" y="13950"/>
                </a:lnTo>
                <a:lnTo>
                  <a:pt x="462280" y="11430"/>
                </a:lnTo>
                <a:lnTo>
                  <a:pt x="487302" y="13335"/>
                </a:lnTo>
                <a:lnTo>
                  <a:pt x="511968" y="17145"/>
                </a:lnTo>
                <a:lnTo>
                  <a:pt x="534967" y="22860"/>
                </a:lnTo>
                <a:lnTo>
                  <a:pt x="554989" y="30480"/>
                </a:lnTo>
                <a:lnTo>
                  <a:pt x="571857" y="17680"/>
                </a:lnTo>
                <a:lnTo>
                  <a:pt x="594677" y="8096"/>
                </a:lnTo>
                <a:lnTo>
                  <a:pt x="621784" y="2083"/>
                </a:lnTo>
                <a:lnTo>
                  <a:pt x="651509" y="0"/>
                </a:lnTo>
                <a:lnTo>
                  <a:pt x="676413" y="1408"/>
                </a:lnTo>
                <a:lnTo>
                  <a:pt x="699293" y="5556"/>
                </a:lnTo>
                <a:lnTo>
                  <a:pt x="719554" y="12322"/>
                </a:lnTo>
                <a:lnTo>
                  <a:pt x="736599" y="21590"/>
                </a:lnTo>
                <a:lnTo>
                  <a:pt x="755729" y="12322"/>
                </a:lnTo>
                <a:lnTo>
                  <a:pt x="778192" y="5556"/>
                </a:lnTo>
                <a:lnTo>
                  <a:pt x="803036" y="1408"/>
                </a:lnTo>
                <a:lnTo>
                  <a:pt x="829309" y="0"/>
                </a:lnTo>
                <a:lnTo>
                  <a:pt x="870783" y="3631"/>
                </a:lnTo>
                <a:lnTo>
                  <a:pt x="905827" y="13811"/>
                </a:lnTo>
                <a:lnTo>
                  <a:pt x="931822" y="29467"/>
                </a:lnTo>
                <a:lnTo>
                  <a:pt x="946149" y="49530"/>
                </a:lnTo>
                <a:lnTo>
                  <a:pt x="984805" y="58578"/>
                </a:lnTo>
                <a:lnTo>
                  <a:pt x="1015365" y="73342"/>
                </a:lnTo>
                <a:lnTo>
                  <a:pt x="1035446" y="92392"/>
                </a:lnTo>
                <a:lnTo>
                  <a:pt x="1042669" y="114300"/>
                </a:lnTo>
                <a:lnTo>
                  <a:pt x="1042154" y="120967"/>
                </a:lnTo>
                <a:lnTo>
                  <a:pt x="1040447" y="127635"/>
                </a:lnTo>
                <a:lnTo>
                  <a:pt x="1037312" y="134302"/>
                </a:lnTo>
                <a:lnTo>
                  <a:pt x="1032509" y="140970"/>
                </a:lnTo>
                <a:lnTo>
                  <a:pt x="1048107" y="152300"/>
                </a:lnTo>
                <a:lnTo>
                  <a:pt x="1060132" y="164941"/>
                </a:lnTo>
                <a:lnTo>
                  <a:pt x="1067871" y="178296"/>
                </a:lnTo>
                <a:lnTo>
                  <a:pt x="1070609" y="191770"/>
                </a:lnTo>
                <a:lnTo>
                  <a:pt x="1059199" y="222190"/>
                </a:lnTo>
                <a:lnTo>
                  <a:pt x="1027906" y="247491"/>
                </a:lnTo>
                <a:lnTo>
                  <a:pt x="981134" y="265886"/>
                </a:lnTo>
                <a:lnTo>
                  <a:pt x="923290" y="275590"/>
                </a:lnTo>
                <a:lnTo>
                  <a:pt x="912137" y="304045"/>
                </a:lnTo>
                <a:lnTo>
                  <a:pt x="881697" y="327025"/>
                </a:lnTo>
                <a:lnTo>
                  <a:pt x="836493" y="342384"/>
                </a:lnTo>
                <a:lnTo>
                  <a:pt x="781049" y="347980"/>
                </a:lnTo>
                <a:lnTo>
                  <a:pt x="760571" y="347265"/>
                </a:lnTo>
                <a:lnTo>
                  <a:pt x="741044" y="345122"/>
                </a:lnTo>
                <a:lnTo>
                  <a:pt x="722471" y="341550"/>
                </a:lnTo>
                <a:lnTo>
                  <a:pt x="704850" y="336550"/>
                </a:lnTo>
                <a:lnTo>
                  <a:pt x="681632" y="361076"/>
                </a:lnTo>
                <a:lnTo>
                  <a:pt x="644842" y="380364"/>
                </a:lnTo>
                <a:lnTo>
                  <a:pt x="598050" y="392985"/>
                </a:lnTo>
                <a:lnTo>
                  <a:pt x="544830" y="397510"/>
                </a:lnTo>
                <a:lnTo>
                  <a:pt x="504626" y="394771"/>
                </a:lnTo>
                <a:lnTo>
                  <a:pt x="467042" y="387032"/>
                </a:lnTo>
                <a:lnTo>
                  <a:pt x="433744" y="375007"/>
                </a:lnTo>
                <a:lnTo>
                  <a:pt x="406400" y="359410"/>
                </a:lnTo>
                <a:lnTo>
                  <a:pt x="390584" y="365343"/>
                </a:lnTo>
                <a:lnTo>
                  <a:pt x="377983" y="369728"/>
                </a:lnTo>
                <a:lnTo>
                  <a:pt x="355143" y="372447"/>
                </a:lnTo>
                <a:lnTo>
                  <a:pt x="308609" y="373380"/>
                </a:lnTo>
                <a:lnTo>
                  <a:pt x="258524" y="369927"/>
                </a:lnTo>
                <a:lnTo>
                  <a:pt x="212725" y="360045"/>
                </a:lnTo>
                <a:lnTo>
                  <a:pt x="173593" y="344447"/>
                </a:lnTo>
                <a:lnTo>
                  <a:pt x="143509" y="323850"/>
                </a:lnTo>
                <a:lnTo>
                  <a:pt x="91102" y="319603"/>
                </a:lnTo>
                <a:lnTo>
                  <a:pt x="53816" y="307975"/>
                </a:lnTo>
                <a:lnTo>
                  <a:pt x="31531" y="290631"/>
                </a:lnTo>
                <a:lnTo>
                  <a:pt x="24130" y="269240"/>
                </a:lnTo>
                <a:lnTo>
                  <a:pt x="25816" y="259020"/>
                </a:lnTo>
                <a:lnTo>
                  <a:pt x="30956" y="249396"/>
                </a:lnTo>
                <a:lnTo>
                  <a:pt x="39667" y="240486"/>
                </a:lnTo>
                <a:lnTo>
                  <a:pt x="52069" y="232410"/>
                </a:lnTo>
                <a:lnTo>
                  <a:pt x="30003" y="224174"/>
                </a:lnTo>
                <a:lnTo>
                  <a:pt x="13652" y="213201"/>
                </a:lnTo>
                <a:lnTo>
                  <a:pt x="3492" y="200084"/>
                </a:lnTo>
                <a:lnTo>
                  <a:pt x="0" y="185420"/>
                </a:lnTo>
                <a:lnTo>
                  <a:pt x="7203" y="165655"/>
                </a:lnTo>
                <a:lnTo>
                  <a:pt x="27146" y="149225"/>
                </a:lnTo>
                <a:lnTo>
                  <a:pt x="57328" y="137556"/>
                </a:lnTo>
                <a:lnTo>
                  <a:pt x="95250" y="132080"/>
                </a:lnTo>
                <a:close/>
              </a:path>
              <a:path w="1070610" h="397510">
                <a:moveTo>
                  <a:pt x="95250" y="132080"/>
                </a:moveTo>
                <a:lnTo>
                  <a:pt x="96519" y="135890"/>
                </a:lnTo>
                <a:lnTo>
                  <a:pt x="100330" y="140970"/>
                </a:lnTo>
                <a:lnTo>
                  <a:pt x="102869" y="146050"/>
                </a:lnTo>
              </a:path>
              <a:path w="1070610" h="397510">
                <a:moveTo>
                  <a:pt x="345439" y="46990"/>
                </a:moveTo>
                <a:lnTo>
                  <a:pt x="354191" y="50065"/>
                </a:lnTo>
                <a:lnTo>
                  <a:pt x="363061" y="53498"/>
                </a:lnTo>
                <a:lnTo>
                  <a:pt x="371693" y="57169"/>
                </a:lnTo>
                <a:lnTo>
                  <a:pt x="379730" y="60960"/>
                </a:lnTo>
              </a:path>
              <a:path w="1070610" h="397510">
                <a:moveTo>
                  <a:pt x="554989" y="30480"/>
                </a:moveTo>
                <a:lnTo>
                  <a:pt x="551180" y="34290"/>
                </a:lnTo>
                <a:lnTo>
                  <a:pt x="548639" y="39370"/>
                </a:lnTo>
                <a:lnTo>
                  <a:pt x="546100" y="43180"/>
                </a:lnTo>
              </a:path>
              <a:path w="1070610" h="397510">
                <a:moveTo>
                  <a:pt x="736599" y="21590"/>
                </a:moveTo>
                <a:lnTo>
                  <a:pt x="728980" y="25400"/>
                </a:lnTo>
                <a:lnTo>
                  <a:pt x="725169" y="30480"/>
                </a:lnTo>
                <a:lnTo>
                  <a:pt x="720090" y="36830"/>
                </a:lnTo>
              </a:path>
              <a:path w="1070610" h="397510">
                <a:moveTo>
                  <a:pt x="946149" y="49530"/>
                </a:moveTo>
                <a:lnTo>
                  <a:pt x="947419" y="52070"/>
                </a:lnTo>
                <a:lnTo>
                  <a:pt x="952499" y="59690"/>
                </a:lnTo>
                <a:lnTo>
                  <a:pt x="949959" y="62230"/>
                </a:lnTo>
              </a:path>
              <a:path w="1070610" h="397510">
                <a:moveTo>
                  <a:pt x="1032509" y="140970"/>
                </a:moveTo>
                <a:lnTo>
                  <a:pt x="1025326" y="147597"/>
                </a:lnTo>
                <a:lnTo>
                  <a:pt x="1016952" y="153987"/>
                </a:lnTo>
                <a:lnTo>
                  <a:pt x="1007149" y="159900"/>
                </a:lnTo>
                <a:lnTo>
                  <a:pt x="995680" y="165100"/>
                </a:lnTo>
              </a:path>
              <a:path w="1070610" h="397510">
                <a:moveTo>
                  <a:pt x="924559" y="275590"/>
                </a:moveTo>
                <a:lnTo>
                  <a:pt x="922198" y="261540"/>
                </a:lnTo>
                <a:lnTo>
                  <a:pt x="908526" y="243205"/>
                </a:lnTo>
                <a:lnTo>
                  <a:pt x="882233" y="224869"/>
                </a:lnTo>
                <a:lnTo>
                  <a:pt x="842009" y="210820"/>
                </a:lnTo>
              </a:path>
              <a:path w="1070610" h="397510">
                <a:moveTo>
                  <a:pt x="704850" y="336550"/>
                </a:moveTo>
                <a:lnTo>
                  <a:pt x="708659" y="330200"/>
                </a:lnTo>
                <a:lnTo>
                  <a:pt x="711199" y="325120"/>
                </a:lnTo>
                <a:lnTo>
                  <a:pt x="711199" y="318770"/>
                </a:lnTo>
              </a:path>
              <a:path w="1070610" h="397510">
                <a:moveTo>
                  <a:pt x="406400" y="359410"/>
                </a:moveTo>
                <a:lnTo>
                  <a:pt x="398780" y="354330"/>
                </a:lnTo>
                <a:lnTo>
                  <a:pt x="393700" y="347980"/>
                </a:lnTo>
                <a:lnTo>
                  <a:pt x="388619" y="342900"/>
                </a:lnTo>
              </a:path>
              <a:path w="1070610" h="397510">
                <a:moveTo>
                  <a:pt x="143509" y="323850"/>
                </a:moveTo>
                <a:lnTo>
                  <a:pt x="150375" y="323631"/>
                </a:lnTo>
                <a:lnTo>
                  <a:pt x="157479" y="323056"/>
                </a:lnTo>
                <a:lnTo>
                  <a:pt x="164584" y="322242"/>
                </a:lnTo>
                <a:lnTo>
                  <a:pt x="171450" y="321310"/>
                </a:lnTo>
              </a:path>
              <a:path w="1070610" h="397510">
                <a:moveTo>
                  <a:pt x="52069" y="232410"/>
                </a:moveTo>
                <a:lnTo>
                  <a:pt x="65027" y="235922"/>
                </a:lnTo>
                <a:lnTo>
                  <a:pt x="79533" y="238601"/>
                </a:lnTo>
                <a:lnTo>
                  <a:pt x="96182" y="240089"/>
                </a:lnTo>
                <a:lnTo>
                  <a:pt x="115569" y="24003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296410" y="4747259"/>
            <a:ext cx="4787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20" dirty="0">
                <a:latin typeface="Times New Roman"/>
                <a:cs typeface="Times New Roman"/>
              </a:rPr>
              <a:t>olho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683250" y="4577079"/>
            <a:ext cx="919480" cy="397510"/>
          </a:xfrm>
          <a:custGeom>
            <a:avLst/>
            <a:gdLst/>
            <a:ahLst/>
            <a:cxnLst/>
            <a:rect l="l" t="t" r="r" b="b"/>
            <a:pathLst>
              <a:path w="919479" h="397510">
                <a:moveTo>
                  <a:pt x="81279" y="130810"/>
                </a:moveTo>
                <a:lnTo>
                  <a:pt x="85467" y="95567"/>
                </a:lnTo>
                <a:lnTo>
                  <a:pt x="116681" y="65087"/>
                </a:lnTo>
                <a:lnTo>
                  <a:pt x="165754" y="43656"/>
                </a:lnTo>
                <a:lnTo>
                  <a:pt x="223520" y="35560"/>
                </a:lnTo>
                <a:lnTo>
                  <a:pt x="242689" y="36452"/>
                </a:lnTo>
                <a:lnTo>
                  <a:pt x="261619" y="38893"/>
                </a:lnTo>
                <a:lnTo>
                  <a:pt x="279598" y="42525"/>
                </a:lnTo>
                <a:lnTo>
                  <a:pt x="295910" y="46990"/>
                </a:lnTo>
                <a:lnTo>
                  <a:pt x="314821" y="32325"/>
                </a:lnTo>
                <a:lnTo>
                  <a:pt x="338613" y="21113"/>
                </a:lnTo>
                <a:lnTo>
                  <a:pt x="366454" y="13950"/>
                </a:lnTo>
                <a:lnTo>
                  <a:pt x="397510" y="11430"/>
                </a:lnTo>
                <a:lnTo>
                  <a:pt x="418742" y="13335"/>
                </a:lnTo>
                <a:lnTo>
                  <a:pt x="439737" y="17145"/>
                </a:lnTo>
                <a:lnTo>
                  <a:pt x="459303" y="22860"/>
                </a:lnTo>
                <a:lnTo>
                  <a:pt x="476250" y="30480"/>
                </a:lnTo>
                <a:lnTo>
                  <a:pt x="491311" y="17680"/>
                </a:lnTo>
                <a:lnTo>
                  <a:pt x="511016" y="8096"/>
                </a:lnTo>
                <a:lnTo>
                  <a:pt x="534292" y="2083"/>
                </a:lnTo>
                <a:lnTo>
                  <a:pt x="560070" y="0"/>
                </a:lnTo>
                <a:lnTo>
                  <a:pt x="581382" y="1389"/>
                </a:lnTo>
                <a:lnTo>
                  <a:pt x="601027" y="5397"/>
                </a:lnTo>
                <a:lnTo>
                  <a:pt x="618291" y="11787"/>
                </a:lnTo>
                <a:lnTo>
                  <a:pt x="632460" y="20320"/>
                </a:lnTo>
                <a:lnTo>
                  <a:pt x="649247" y="11787"/>
                </a:lnTo>
                <a:lnTo>
                  <a:pt x="668654" y="5397"/>
                </a:lnTo>
                <a:lnTo>
                  <a:pt x="689967" y="1389"/>
                </a:lnTo>
                <a:lnTo>
                  <a:pt x="712470" y="0"/>
                </a:lnTo>
                <a:lnTo>
                  <a:pt x="747791" y="3631"/>
                </a:lnTo>
                <a:lnTo>
                  <a:pt x="777875" y="13811"/>
                </a:lnTo>
                <a:lnTo>
                  <a:pt x="800338" y="29467"/>
                </a:lnTo>
                <a:lnTo>
                  <a:pt x="812800" y="49530"/>
                </a:lnTo>
                <a:lnTo>
                  <a:pt x="846256" y="58578"/>
                </a:lnTo>
                <a:lnTo>
                  <a:pt x="872807" y="73342"/>
                </a:lnTo>
                <a:lnTo>
                  <a:pt x="890309" y="92392"/>
                </a:lnTo>
                <a:lnTo>
                  <a:pt x="896620" y="114300"/>
                </a:lnTo>
                <a:lnTo>
                  <a:pt x="896104" y="120967"/>
                </a:lnTo>
                <a:lnTo>
                  <a:pt x="894397" y="127635"/>
                </a:lnTo>
                <a:lnTo>
                  <a:pt x="891262" y="134302"/>
                </a:lnTo>
                <a:lnTo>
                  <a:pt x="886460" y="140970"/>
                </a:lnTo>
                <a:lnTo>
                  <a:pt x="900191" y="152300"/>
                </a:lnTo>
                <a:lnTo>
                  <a:pt x="910589" y="164941"/>
                </a:lnTo>
                <a:lnTo>
                  <a:pt x="917178" y="178296"/>
                </a:lnTo>
                <a:lnTo>
                  <a:pt x="919479" y="191770"/>
                </a:lnTo>
                <a:lnTo>
                  <a:pt x="909835" y="222190"/>
                </a:lnTo>
                <a:lnTo>
                  <a:pt x="883285" y="247491"/>
                </a:lnTo>
                <a:lnTo>
                  <a:pt x="843399" y="265886"/>
                </a:lnTo>
                <a:lnTo>
                  <a:pt x="793750" y="275590"/>
                </a:lnTo>
                <a:lnTo>
                  <a:pt x="784165" y="304045"/>
                </a:lnTo>
                <a:lnTo>
                  <a:pt x="758031" y="327025"/>
                </a:lnTo>
                <a:lnTo>
                  <a:pt x="719276" y="342384"/>
                </a:lnTo>
                <a:lnTo>
                  <a:pt x="671829" y="347980"/>
                </a:lnTo>
                <a:lnTo>
                  <a:pt x="654188" y="347265"/>
                </a:lnTo>
                <a:lnTo>
                  <a:pt x="637381" y="345122"/>
                </a:lnTo>
                <a:lnTo>
                  <a:pt x="621287" y="341550"/>
                </a:lnTo>
                <a:lnTo>
                  <a:pt x="605789" y="336550"/>
                </a:lnTo>
                <a:lnTo>
                  <a:pt x="585787" y="361076"/>
                </a:lnTo>
                <a:lnTo>
                  <a:pt x="554354" y="380364"/>
                </a:lnTo>
                <a:lnTo>
                  <a:pt x="514349" y="392985"/>
                </a:lnTo>
                <a:lnTo>
                  <a:pt x="468629" y="397510"/>
                </a:lnTo>
                <a:lnTo>
                  <a:pt x="433367" y="394771"/>
                </a:lnTo>
                <a:lnTo>
                  <a:pt x="400843" y="387032"/>
                </a:lnTo>
                <a:lnTo>
                  <a:pt x="372367" y="375007"/>
                </a:lnTo>
                <a:lnTo>
                  <a:pt x="349250" y="359410"/>
                </a:lnTo>
                <a:lnTo>
                  <a:pt x="335617" y="365343"/>
                </a:lnTo>
                <a:lnTo>
                  <a:pt x="324961" y="369728"/>
                </a:lnTo>
                <a:lnTo>
                  <a:pt x="305494" y="372447"/>
                </a:lnTo>
                <a:lnTo>
                  <a:pt x="265429" y="373380"/>
                </a:lnTo>
                <a:lnTo>
                  <a:pt x="221952" y="369927"/>
                </a:lnTo>
                <a:lnTo>
                  <a:pt x="182403" y="360045"/>
                </a:lnTo>
                <a:lnTo>
                  <a:pt x="148808" y="344447"/>
                </a:lnTo>
                <a:lnTo>
                  <a:pt x="123189" y="323850"/>
                </a:lnTo>
                <a:lnTo>
                  <a:pt x="78184" y="319603"/>
                </a:lnTo>
                <a:lnTo>
                  <a:pt x="46037" y="307975"/>
                </a:lnTo>
                <a:lnTo>
                  <a:pt x="26749" y="290631"/>
                </a:lnTo>
                <a:lnTo>
                  <a:pt x="20320" y="269240"/>
                </a:lnTo>
                <a:lnTo>
                  <a:pt x="21967" y="259020"/>
                </a:lnTo>
                <a:lnTo>
                  <a:pt x="26828" y="249396"/>
                </a:lnTo>
                <a:lnTo>
                  <a:pt x="34786" y="240486"/>
                </a:lnTo>
                <a:lnTo>
                  <a:pt x="45720" y="232410"/>
                </a:lnTo>
                <a:lnTo>
                  <a:pt x="25717" y="224174"/>
                </a:lnTo>
                <a:lnTo>
                  <a:pt x="11429" y="213201"/>
                </a:lnTo>
                <a:lnTo>
                  <a:pt x="2857" y="200084"/>
                </a:lnTo>
                <a:lnTo>
                  <a:pt x="0" y="185420"/>
                </a:lnTo>
                <a:lnTo>
                  <a:pt x="6270" y="165635"/>
                </a:lnTo>
                <a:lnTo>
                  <a:pt x="23494" y="149066"/>
                </a:lnTo>
                <a:lnTo>
                  <a:pt x="49291" y="137021"/>
                </a:lnTo>
                <a:lnTo>
                  <a:pt x="81279" y="130810"/>
                </a:lnTo>
                <a:close/>
              </a:path>
              <a:path w="919479" h="397510">
                <a:moveTo>
                  <a:pt x="81279" y="130810"/>
                </a:moveTo>
                <a:lnTo>
                  <a:pt x="82550" y="135890"/>
                </a:lnTo>
                <a:lnTo>
                  <a:pt x="86360" y="140970"/>
                </a:lnTo>
                <a:lnTo>
                  <a:pt x="88900" y="144780"/>
                </a:lnTo>
              </a:path>
              <a:path w="919479" h="397510">
                <a:moveTo>
                  <a:pt x="295910" y="46990"/>
                </a:moveTo>
                <a:lnTo>
                  <a:pt x="303708" y="50065"/>
                </a:lnTo>
                <a:lnTo>
                  <a:pt x="311626" y="53498"/>
                </a:lnTo>
                <a:lnTo>
                  <a:pt x="319305" y="57169"/>
                </a:lnTo>
                <a:lnTo>
                  <a:pt x="326389" y="60960"/>
                </a:lnTo>
              </a:path>
              <a:path w="919479" h="397510">
                <a:moveTo>
                  <a:pt x="476250" y="30480"/>
                </a:moveTo>
                <a:lnTo>
                  <a:pt x="473710" y="34290"/>
                </a:lnTo>
                <a:lnTo>
                  <a:pt x="471170" y="39370"/>
                </a:lnTo>
                <a:lnTo>
                  <a:pt x="469900" y="43180"/>
                </a:lnTo>
              </a:path>
              <a:path w="919479" h="397510">
                <a:moveTo>
                  <a:pt x="632460" y="20320"/>
                </a:moveTo>
                <a:lnTo>
                  <a:pt x="626110" y="25400"/>
                </a:lnTo>
                <a:lnTo>
                  <a:pt x="623570" y="30480"/>
                </a:lnTo>
                <a:lnTo>
                  <a:pt x="618489" y="36830"/>
                </a:lnTo>
              </a:path>
              <a:path w="919479" h="397510">
                <a:moveTo>
                  <a:pt x="812800" y="49530"/>
                </a:moveTo>
                <a:lnTo>
                  <a:pt x="814070" y="52070"/>
                </a:lnTo>
                <a:lnTo>
                  <a:pt x="817879" y="59690"/>
                </a:lnTo>
                <a:lnTo>
                  <a:pt x="816610" y="60960"/>
                </a:lnTo>
              </a:path>
              <a:path w="919479" h="397510">
                <a:moveTo>
                  <a:pt x="886460" y="140970"/>
                </a:moveTo>
                <a:lnTo>
                  <a:pt x="880447" y="147419"/>
                </a:lnTo>
                <a:lnTo>
                  <a:pt x="873601" y="153511"/>
                </a:lnTo>
                <a:lnTo>
                  <a:pt x="865564" y="159365"/>
                </a:lnTo>
                <a:lnTo>
                  <a:pt x="855979" y="165100"/>
                </a:lnTo>
              </a:path>
              <a:path w="919479" h="397510">
                <a:moveTo>
                  <a:pt x="793750" y="275590"/>
                </a:moveTo>
                <a:lnTo>
                  <a:pt x="792122" y="261004"/>
                </a:lnTo>
                <a:lnTo>
                  <a:pt x="780732" y="242728"/>
                </a:lnTo>
                <a:lnTo>
                  <a:pt x="758388" y="224690"/>
                </a:lnTo>
                <a:lnTo>
                  <a:pt x="723900" y="210820"/>
                </a:lnTo>
              </a:path>
              <a:path w="919479" h="397510">
                <a:moveTo>
                  <a:pt x="605789" y="336550"/>
                </a:moveTo>
                <a:lnTo>
                  <a:pt x="609600" y="330200"/>
                </a:lnTo>
                <a:lnTo>
                  <a:pt x="610870" y="325120"/>
                </a:lnTo>
                <a:lnTo>
                  <a:pt x="610870" y="318770"/>
                </a:lnTo>
              </a:path>
              <a:path w="919479" h="397510">
                <a:moveTo>
                  <a:pt x="349250" y="359410"/>
                </a:moveTo>
                <a:lnTo>
                  <a:pt x="342900" y="354330"/>
                </a:lnTo>
                <a:lnTo>
                  <a:pt x="339089" y="347980"/>
                </a:lnTo>
                <a:lnTo>
                  <a:pt x="334010" y="342900"/>
                </a:lnTo>
              </a:path>
              <a:path w="919479" h="397510">
                <a:moveTo>
                  <a:pt x="123189" y="323850"/>
                </a:moveTo>
                <a:lnTo>
                  <a:pt x="130810" y="323850"/>
                </a:lnTo>
                <a:lnTo>
                  <a:pt x="139700" y="322580"/>
                </a:lnTo>
                <a:lnTo>
                  <a:pt x="147320" y="321310"/>
                </a:lnTo>
              </a:path>
              <a:path w="919479" h="397510">
                <a:moveTo>
                  <a:pt x="45720" y="232410"/>
                </a:moveTo>
                <a:lnTo>
                  <a:pt x="56554" y="235386"/>
                </a:lnTo>
                <a:lnTo>
                  <a:pt x="68579" y="238125"/>
                </a:lnTo>
                <a:lnTo>
                  <a:pt x="82510" y="239910"/>
                </a:lnTo>
                <a:lnTo>
                  <a:pt x="99060" y="24003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890262" y="4671059"/>
            <a:ext cx="757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recorte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57770" y="4502153"/>
            <a:ext cx="1149350" cy="511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>
              <a:spcBef>
                <a:spcPts val="100"/>
              </a:spcBef>
            </a:pPr>
            <a:r>
              <a:rPr sz="1600" i="1" spc="-10" dirty="0">
                <a:latin typeface="Times New Roman"/>
                <a:cs typeface="Times New Roman"/>
              </a:rPr>
              <a:t>normalizadas </a:t>
            </a:r>
            <a:r>
              <a:rPr sz="1600" i="1" dirty="0">
                <a:latin typeface="Times New Roman"/>
                <a:cs typeface="Times New Roman"/>
              </a:rPr>
              <a:t>de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dispositivo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479855" y="3468948"/>
            <a:ext cx="829944" cy="1470025"/>
            <a:chOff x="7955855" y="3468945"/>
            <a:chExt cx="829944" cy="1470025"/>
          </a:xfrm>
        </p:grpSpPr>
        <p:sp>
          <p:nvSpPr>
            <p:cNvPr id="61" name="object 61"/>
            <p:cNvSpPr/>
            <p:nvPr/>
          </p:nvSpPr>
          <p:spPr>
            <a:xfrm>
              <a:off x="7959090" y="4537709"/>
              <a:ext cx="822960" cy="397510"/>
            </a:xfrm>
            <a:custGeom>
              <a:avLst/>
              <a:gdLst/>
              <a:ahLst/>
              <a:cxnLst/>
              <a:rect l="l" t="t" r="r" b="b"/>
              <a:pathLst>
                <a:path w="822959" h="397510">
                  <a:moveTo>
                    <a:pt x="73659" y="130809"/>
                  </a:moveTo>
                  <a:lnTo>
                    <a:pt x="77073" y="95031"/>
                  </a:lnTo>
                  <a:lnTo>
                    <a:pt x="104774" y="64611"/>
                  </a:lnTo>
                  <a:lnTo>
                    <a:pt x="148669" y="43477"/>
                  </a:lnTo>
                  <a:lnTo>
                    <a:pt x="200659" y="35559"/>
                  </a:lnTo>
                  <a:lnTo>
                    <a:pt x="217745" y="36452"/>
                  </a:lnTo>
                  <a:lnTo>
                    <a:pt x="234473" y="38893"/>
                  </a:lnTo>
                  <a:lnTo>
                    <a:pt x="250487" y="42525"/>
                  </a:lnTo>
                  <a:lnTo>
                    <a:pt x="265429" y="46989"/>
                  </a:lnTo>
                  <a:lnTo>
                    <a:pt x="282197" y="32325"/>
                  </a:lnTo>
                  <a:lnTo>
                    <a:pt x="303371" y="21113"/>
                  </a:lnTo>
                  <a:lnTo>
                    <a:pt x="328116" y="13950"/>
                  </a:lnTo>
                  <a:lnTo>
                    <a:pt x="355600" y="11429"/>
                  </a:lnTo>
                  <a:lnTo>
                    <a:pt x="374749" y="12799"/>
                  </a:lnTo>
                  <a:lnTo>
                    <a:pt x="393541" y="16668"/>
                  </a:lnTo>
                  <a:lnTo>
                    <a:pt x="411142" y="22681"/>
                  </a:lnTo>
                  <a:lnTo>
                    <a:pt x="426719" y="30479"/>
                  </a:lnTo>
                  <a:lnTo>
                    <a:pt x="439856" y="17680"/>
                  </a:lnTo>
                  <a:lnTo>
                    <a:pt x="457517" y="8096"/>
                  </a:lnTo>
                  <a:lnTo>
                    <a:pt x="478512" y="2083"/>
                  </a:lnTo>
                  <a:lnTo>
                    <a:pt x="501650" y="0"/>
                  </a:lnTo>
                  <a:lnTo>
                    <a:pt x="520342" y="1389"/>
                  </a:lnTo>
                  <a:lnTo>
                    <a:pt x="537844" y="5397"/>
                  </a:lnTo>
                  <a:lnTo>
                    <a:pt x="553442" y="11787"/>
                  </a:lnTo>
                  <a:lnTo>
                    <a:pt x="566419" y="20319"/>
                  </a:lnTo>
                  <a:lnTo>
                    <a:pt x="581282" y="11787"/>
                  </a:lnTo>
                  <a:lnTo>
                    <a:pt x="598646" y="5397"/>
                  </a:lnTo>
                  <a:lnTo>
                    <a:pt x="617676" y="1389"/>
                  </a:lnTo>
                  <a:lnTo>
                    <a:pt x="637539" y="0"/>
                  </a:lnTo>
                  <a:lnTo>
                    <a:pt x="669309" y="3631"/>
                  </a:lnTo>
                  <a:lnTo>
                    <a:pt x="696436" y="13811"/>
                  </a:lnTo>
                  <a:lnTo>
                    <a:pt x="716657" y="29467"/>
                  </a:lnTo>
                  <a:lnTo>
                    <a:pt x="727709" y="49529"/>
                  </a:lnTo>
                  <a:lnTo>
                    <a:pt x="757634" y="58578"/>
                  </a:lnTo>
                  <a:lnTo>
                    <a:pt x="781367" y="73342"/>
                  </a:lnTo>
                  <a:lnTo>
                    <a:pt x="797004" y="92392"/>
                  </a:lnTo>
                  <a:lnTo>
                    <a:pt x="802639" y="114300"/>
                  </a:lnTo>
                  <a:lnTo>
                    <a:pt x="802143" y="120947"/>
                  </a:lnTo>
                  <a:lnTo>
                    <a:pt x="800576" y="127476"/>
                  </a:lnTo>
                  <a:lnTo>
                    <a:pt x="797817" y="133766"/>
                  </a:lnTo>
                  <a:lnTo>
                    <a:pt x="793750" y="139700"/>
                  </a:lnTo>
                  <a:lnTo>
                    <a:pt x="805814" y="151586"/>
                  </a:lnTo>
                  <a:lnTo>
                    <a:pt x="815022" y="164306"/>
                  </a:lnTo>
                  <a:lnTo>
                    <a:pt x="820896" y="177740"/>
                  </a:lnTo>
                  <a:lnTo>
                    <a:pt x="822959" y="191769"/>
                  </a:lnTo>
                  <a:lnTo>
                    <a:pt x="814228" y="221654"/>
                  </a:lnTo>
                  <a:lnTo>
                    <a:pt x="790257" y="247014"/>
                  </a:lnTo>
                  <a:lnTo>
                    <a:pt x="754379" y="265707"/>
                  </a:lnTo>
                  <a:lnTo>
                    <a:pt x="709929" y="275589"/>
                  </a:lnTo>
                  <a:lnTo>
                    <a:pt x="701436" y="304045"/>
                  </a:lnTo>
                  <a:lnTo>
                    <a:pt x="678179" y="327024"/>
                  </a:lnTo>
                  <a:lnTo>
                    <a:pt x="643493" y="342384"/>
                  </a:lnTo>
                  <a:lnTo>
                    <a:pt x="600709" y="347979"/>
                  </a:lnTo>
                  <a:lnTo>
                    <a:pt x="585509" y="347265"/>
                  </a:lnTo>
                  <a:lnTo>
                    <a:pt x="570547" y="345122"/>
                  </a:lnTo>
                  <a:lnTo>
                    <a:pt x="556061" y="341550"/>
                  </a:lnTo>
                  <a:lnTo>
                    <a:pt x="542289" y="336550"/>
                  </a:lnTo>
                  <a:lnTo>
                    <a:pt x="524648" y="361076"/>
                  </a:lnTo>
                  <a:lnTo>
                    <a:pt x="496411" y="380364"/>
                  </a:lnTo>
                  <a:lnTo>
                    <a:pt x="460315" y="392985"/>
                  </a:lnTo>
                  <a:lnTo>
                    <a:pt x="419100" y="397509"/>
                  </a:lnTo>
                  <a:lnTo>
                    <a:pt x="388143" y="394751"/>
                  </a:lnTo>
                  <a:lnTo>
                    <a:pt x="359092" y="386873"/>
                  </a:lnTo>
                  <a:lnTo>
                    <a:pt x="333375" y="374471"/>
                  </a:lnTo>
                  <a:lnTo>
                    <a:pt x="312419" y="358139"/>
                  </a:lnTo>
                  <a:lnTo>
                    <a:pt x="300712" y="364073"/>
                  </a:lnTo>
                  <a:lnTo>
                    <a:pt x="291147" y="368458"/>
                  </a:lnTo>
                  <a:lnTo>
                    <a:pt x="273486" y="371177"/>
                  </a:lnTo>
                  <a:lnTo>
                    <a:pt x="237489" y="372109"/>
                  </a:lnTo>
                  <a:lnTo>
                    <a:pt x="199251" y="368855"/>
                  </a:lnTo>
                  <a:lnTo>
                    <a:pt x="163988" y="359409"/>
                  </a:lnTo>
                  <a:lnTo>
                    <a:pt x="133727" y="344249"/>
                  </a:lnTo>
                  <a:lnTo>
                    <a:pt x="110489" y="323850"/>
                  </a:lnTo>
                  <a:lnTo>
                    <a:pt x="70484" y="319603"/>
                  </a:lnTo>
                  <a:lnTo>
                    <a:pt x="41909" y="307975"/>
                  </a:lnTo>
                  <a:lnTo>
                    <a:pt x="24764" y="290631"/>
                  </a:lnTo>
                  <a:lnTo>
                    <a:pt x="19050" y="269239"/>
                  </a:lnTo>
                  <a:lnTo>
                    <a:pt x="20458" y="259020"/>
                  </a:lnTo>
                  <a:lnTo>
                    <a:pt x="24606" y="249396"/>
                  </a:lnTo>
                  <a:lnTo>
                    <a:pt x="31372" y="240486"/>
                  </a:lnTo>
                  <a:lnTo>
                    <a:pt x="40639" y="232409"/>
                  </a:lnTo>
                  <a:lnTo>
                    <a:pt x="23574" y="224174"/>
                  </a:lnTo>
                  <a:lnTo>
                    <a:pt x="10794" y="213201"/>
                  </a:lnTo>
                  <a:lnTo>
                    <a:pt x="2778" y="200084"/>
                  </a:lnTo>
                  <a:lnTo>
                    <a:pt x="0" y="185419"/>
                  </a:lnTo>
                  <a:lnTo>
                    <a:pt x="5615" y="165635"/>
                  </a:lnTo>
                  <a:lnTo>
                    <a:pt x="21113" y="149066"/>
                  </a:lnTo>
                  <a:lnTo>
                    <a:pt x="44469" y="137021"/>
                  </a:lnTo>
                  <a:lnTo>
                    <a:pt x="73659" y="130809"/>
                  </a:lnTo>
                  <a:close/>
                </a:path>
                <a:path w="822959" h="397510">
                  <a:moveTo>
                    <a:pt x="73659" y="130809"/>
                  </a:moveTo>
                  <a:lnTo>
                    <a:pt x="74929" y="135889"/>
                  </a:lnTo>
                  <a:lnTo>
                    <a:pt x="77469" y="140969"/>
                  </a:lnTo>
                  <a:lnTo>
                    <a:pt x="80009" y="144779"/>
                  </a:lnTo>
                </a:path>
                <a:path w="822959" h="397510">
                  <a:moveTo>
                    <a:pt x="265429" y="46989"/>
                  </a:moveTo>
                  <a:lnTo>
                    <a:pt x="272454" y="50045"/>
                  </a:lnTo>
                  <a:lnTo>
                    <a:pt x="279717" y="53339"/>
                  </a:lnTo>
                  <a:lnTo>
                    <a:pt x="286504" y="56634"/>
                  </a:lnTo>
                  <a:lnTo>
                    <a:pt x="292100" y="59689"/>
                  </a:lnTo>
                </a:path>
                <a:path w="822959" h="397510">
                  <a:moveTo>
                    <a:pt x="426719" y="30479"/>
                  </a:moveTo>
                  <a:lnTo>
                    <a:pt x="424179" y="34289"/>
                  </a:lnTo>
                  <a:lnTo>
                    <a:pt x="422909" y="39369"/>
                  </a:lnTo>
                  <a:lnTo>
                    <a:pt x="420369" y="43179"/>
                  </a:lnTo>
                </a:path>
                <a:path w="822959" h="397510">
                  <a:moveTo>
                    <a:pt x="566419" y="20319"/>
                  </a:moveTo>
                  <a:lnTo>
                    <a:pt x="561339" y="25400"/>
                  </a:lnTo>
                  <a:lnTo>
                    <a:pt x="557529" y="30479"/>
                  </a:lnTo>
                  <a:lnTo>
                    <a:pt x="553719" y="35559"/>
                  </a:lnTo>
                </a:path>
                <a:path w="822959" h="397510">
                  <a:moveTo>
                    <a:pt x="727709" y="49529"/>
                  </a:moveTo>
                  <a:lnTo>
                    <a:pt x="728979" y="52069"/>
                  </a:lnTo>
                  <a:lnTo>
                    <a:pt x="732789" y="59689"/>
                  </a:lnTo>
                  <a:lnTo>
                    <a:pt x="731519" y="60959"/>
                  </a:lnTo>
                </a:path>
                <a:path w="822959" h="397510">
                  <a:moveTo>
                    <a:pt x="793750" y="139700"/>
                  </a:moveTo>
                  <a:lnTo>
                    <a:pt x="788491" y="146883"/>
                  </a:lnTo>
                  <a:lnTo>
                    <a:pt x="782161" y="153352"/>
                  </a:lnTo>
                  <a:lnTo>
                    <a:pt x="774640" y="159345"/>
                  </a:lnTo>
                  <a:lnTo>
                    <a:pt x="765809" y="165100"/>
                  </a:lnTo>
                </a:path>
                <a:path w="822959" h="397510">
                  <a:moveTo>
                    <a:pt x="711200" y="275589"/>
                  </a:moveTo>
                  <a:lnTo>
                    <a:pt x="709136" y="260806"/>
                  </a:lnTo>
                  <a:lnTo>
                    <a:pt x="698500" y="242093"/>
                  </a:lnTo>
                  <a:lnTo>
                    <a:pt x="678338" y="223619"/>
                  </a:lnTo>
                  <a:lnTo>
                    <a:pt x="647700" y="209550"/>
                  </a:lnTo>
                </a:path>
                <a:path w="822959" h="397510">
                  <a:moveTo>
                    <a:pt x="542289" y="336550"/>
                  </a:moveTo>
                  <a:lnTo>
                    <a:pt x="546100" y="330200"/>
                  </a:lnTo>
                  <a:lnTo>
                    <a:pt x="547369" y="325119"/>
                  </a:lnTo>
                  <a:lnTo>
                    <a:pt x="547369" y="318769"/>
                  </a:lnTo>
                </a:path>
                <a:path w="822959" h="397510">
                  <a:moveTo>
                    <a:pt x="313689" y="358139"/>
                  </a:moveTo>
                  <a:lnTo>
                    <a:pt x="307339" y="353059"/>
                  </a:lnTo>
                  <a:lnTo>
                    <a:pt x="303529" y="347979"/>
                  </a:lnTo>
                  <a:lnTo>
                    <a:pt x="299719" y="342900"/>
                  </a:lnTo>
                </a:path>
                <a:path w="822959" h="397510">
                  <a:moveTo>
                    <a:pt x="110489" y="323850"/>
                  </a:moveTo>
                  <a:lnTo>
                    <a:pt x="118109" y="323850"/>
                  </a:lnTo>
                  <a:lnTo>
                    <a:pt x="124459" y="322579"/>
                  </a:lnTo>
                  <a:lnTo>
                    <a:pt x="132079" y="320039"/>
                  </a:lnTo>
                </a:path>
                <a:path w="822959" h="397510">
                  <a:moveTo>
                    <a:pt x="40639" y="232409"/>
                  </a:moveTo>
                  <a:lnTo>
                    <a:pt x="50680" y="235386"/>
                  </a:lnTo>
                  <a:lnTo>
                    <a:pt x="61912" y="238125"/>
                  </a:lnTo>
                  <a:lnTo>
                    <a:pt x="74572" y="239910"/>
                  </a:lnTo>
                  <a:lnTo>
                    <a:pt x="88900" y="240029"/>
                  </a:lnTo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5265" y="4167445"/>
              <a:ext cx="143629" cy="7250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8354060" y="3472179"/>
              <a:ext cx="90170" cy="386080"/>
            </a:xfrm>
            <a:custGeom>
              <a:avLst/>
              <a:gdLst/>
              <a:ahLst/>
              <a:cxnLst/>
              <a:rect l="l" t="t" r="r" b="b"/>
              <a:pathLst>
                <a:path w="90170" h="386079">
                  <a:moveTo>
                    <a:pt x="44450" y="341630"/>
                  </a:moveTo>
                  <a:lnTo>
                    <a:pt x="62309" y="343396"/>
                  </a:lnTo>
                  <a:lnTo>
                    <a:pt x="76834" y="348138"/>
                  </a:lnTo>
                  <a:lnTo>
                    <a:pt x="86598" y="355024"/>
                  </a:lnTo>
                  <a:lnTo>
                    <a:pt x="90170" y="363220"/>
                  </a:lnTo>
                  <a:lnTo>
                    <a:pt x="86598" y="372149"/>
                  </a:lnTo>
                  <a:lnTo>
                    <a:pt x="76835" y="379412"/>
                  </a:lnTo>
                  <a:lnTo>
                    <a:pt x="62309" y="384294"/>
                  </a:lnTo>
                  <a:lnTo>
                    <a:pt x="44450" y="386080"/>
                  </a:lnTo>
                  <a:lnTo>
                    <a:pt x="26789" y="384294"/>
                  </a:lnTo>
                  <a:lnTo>
                    <a:pt x="12700" y="379412"/>
                  </a:lnTo>
                  <a:lnTo>
                    <a:pt x="3373" y="372149"/>
                  </a:lnTo>
                  <a:lnTo>
                    <a:pt x="0" y="363220"/>
                  </a:lnTo>
                  <a:lnTo>
                    <a:pt x="3373" y="355024"/>
                  </a:lnTo>
                  <a:lnTo>
                    <a:pt x="12700" y="348138"/>
                  </a:lnTo>
                  <a:lnTo>
                    <a:pt x="26789" y="343396"/>
                  </a:lnTo>
                  <a:lnTo>
                    <a:pt x="44450" y="341630"/>
                  </a:lnTo>
                  <a:close/>
                </a:path>
                <a:path w="90170" h="386079">
                  <a:moveTo>
                    <a:pt x="55880" y="0"/>
                  </a:moveTo>
                  <a:lnTo>
                    <a:pt x="65940" y="1091"/>
                  </a:lnTo>
                  <a:lnTo>
                    <a:pt x="74453" y="3968"/>
                  </a:lnTo>
                  <a:lnTo>
                    <a:pt x="80347" y="8036"/>
                  </a:lnTo>
                  <a:lnTo>
                    <a:pt x="82550" y="12700"/>
                  </a:lnTo>
                  <a:lnTo>
                    <a:pt x="80347" y="17899"/>
                  </a:lnTo>
                  <a:lnTo>
                    <a:pt x="74453" y="21907"/>
                  </a:lnTo>
                  <a:lnTo>
                    <a:pt x="65940" y="24487"/>
                  </a:lnTo>
                  <a:lnTo>
                    <a:pt x="55880" y="25400"/>
                  </a:lnTo>
                  <a:lnTo>
                    <a:pt x="45283" y="24487"/>
                  </a:lnTo>
                  <a:lnTo>
                    <a:pt x="36830" y="21907"/>
                  </a:lnTo>
                  <a:lnTo>
                    <a:pt x="31234" y="17899"/>
                  </a:lnTo>
                  <a:lnTo>
                    <a:pt x="29210" y="12700"/>
                  </a:lnTo>
                  <a:lnTo>
                    <a:pt x="31234" y="8036"/>
                  </a:lnTo>
                  <a:lnTo>
                    <a:pt x="36829" y="3968"/>
                  </a:lnTo>
                  <a:lnTo>
                    <a:pt x="45283" y="1091"/>
                  </a:lnTo>
                  <a:lnTo>
                    <a:pt x="5588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9677400" y="4631690"/>
            <a:ext cx="661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janela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332732" y="5825490"/>
            <a:ext cx="1837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C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r</a:t>
            </a:r>
            <a:r>
              <a:rPr i="1" spc="-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 e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 a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spc="-50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317625">
              <a:spcBef>
                <a:spcPts val="100"/>
              </a:spcBef>
            </a:pPr>
            <a:r>
              <a:rPr dirty="0"/>
              <a:t>Estado</a:t>
            </a:r>
            <a:r>
              <a:rPr spc="-35" dirty="0"/>
              <a:t> </a:t>
            </a:r>
            <a:r>
              <a:rPr dirty="0"/>
              <a:t>Inicial</a:t>
            </a:r>
            <a:r>
              <a:rPr spc="-3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i="1" spc="-10" dirty="0">
                <a:latin typeface="Arial"/>
                <a:cs typeface="Arial"/>
              </a:rPr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972800" cy="373563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4965" indent="-342265">
              <a:spcBef>
                <a:spcPts val="85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Inicialmente,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133350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r>
              <a:rPr sz="28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modelview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projection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são 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matrizes-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identidade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54430" marR="139700" lvl="2" indent="-227329">
              <a:spcBef>
                <a:spcPts val="590"/>
              </a:spcBef>
              <a:buChar char="•"/>
              <a:tabLst>
                <a:tab pos="115570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Vértices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transformados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é 	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paralela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x-</a:t>
            </a:r>
            <a:r>
              <a:rPr sz="2400" i="1" spc="-50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154430" lvl="2" indent="-227329">
              <a:spcBef>
                <a:spcPts val="6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mundo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visível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restrito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cubo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x,y,z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226695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transformação</a:t>
            </a:r>
            <a:r>
              <a:rPr sz="28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viewport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r>
              <a:rPr sz="28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mapeia</a:t>
            </a:r>
            <a:r>
              <a:rPr sz="28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quadrado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-1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x,y</a:t>
            </a:r>
            <a:r>
              <a:rPr sz="28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(em</a:t>
            </a:r>
            <a:r>
              <a:rPr sz="28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coordenadas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normalizadas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8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dispositivo)</a:t>
            </a:r>
            <a:r>
              <a:rPr sz="28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28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superfície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total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janela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305560">
              <a:spcBef>
                <a:spcPts val="100"/>
              </a:spcBef>
            </a:pPr>
            <a:r>
              <a:rPr dirty="0"/>
              <a:t>Especificando</a:t>
            </a:r>
            <a:r>
              <a:rPr spc="-40" dirty="0"/>
              <a:t> </a:t>
            </a:r>
            <a:r>
              <a:rPr dirty="0"/>
              <a:t>o</a:t>
            </a:r>
            <a:r>
              <a:rPr spc="-40" dirty="0"/>
              <a:t> </a:t>
            </a:r>
            <a:r>
              <a:rPr i="1" spc="-10" dirty="0">
                <a:latin typeface="Arial"/>
                <a:cs typeface="Arial"/>
              </a:rPr>
              <a:t>Viewport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614170"/>
            <a:ext cx="1371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2" y="357632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09601" y="1614170"/>
            <a:ext cx="10972799" cy="298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525">
              <a:spcBef>
                <a:spcPts val="100"/>
              </a:spcBef>
            </a:pPr>
            <a:r>
              <a:rPr dirty="0"/>
              <a:t>Para</a:t>
            </a:r>
            <a:r>
              <a:rPr spc="-25" dirty="0"/>
              <a:t> </a:t>
            </a:r>
            <a:r>
              <a:rPr dirty="0"/>
              <a:t>especificar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área</a:t>
            </a:r>
            <a:r>
              <a:rPr spc="-15" dirty="0"/>
              <a:t> </a:t>
            </a:r>
            <a:r>
              <a:rPr dirty="0"/>
              <a:t>da</a:t>
            </a:r>
            <a:r>
              <a:rPr spc="-15" dirty="0"/>
              <a:t> </a:t>
            </a:r>
            <a:r>
              <a:rPr dirty="0"/>
              <a:t>janela</a:t>
            </a:r>
            <a:r>
              <a:rPr spc="-20" dirty="0"/>
              <a:t> </a:t>
            </a:r>
            <a:r>
              <a:rPr dirty="0"/>
              <a:t>na</a:t>
            </a:r>
            <a:r>
              <a:rPr spc="-15" dirty="0"/>
              <a:t> </a:t>
            </a:r>
            <a:r>
              <a:rPr dirty="0"/>
              <a:t>qual</a:t>
            </a:r>
            <a:r>
              <a:rPr spc="-15" dirty="0"/>
              <a:t> </a:t>
            </a:r>
            <a:r>
              <a:rPr spc="-20" dirty="0"/>
              <a:t>será </a:t>
            </a:r>
            <a:r>
              <a:rPr dirty="0"/>
              <a:t>mapeado</a:t>
            </a:r>
            <a:r>
              <a:rPr spc="-15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quadrado</a:t>
            </a:r>
            <a:r>
              <a:rPr spc="-1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plano</a:t>
            </a:r>
            <a:r>
              <a:rPr spc="-2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projeção,</a:t>
            </a:r>
            <a:r>
              <a:rPr spc="-5" dirty="0"/>
              <a:t> </a:t>
            </a:r>
            <a:r>
              <a:rPr spc="-10" dirty="0"/>
              <a:t>utiliza-</a:t>
            </a:r>
            <a:r>
              <a:rPr spc="-25" dirty="0"/>
              <a:t>se</a:t>
            </a:r>
          </a:p>
          <a:p>
            <a:pPr marL="127000"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glViewport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</a:t>
            </a:r>
            <a:r>
              <a:rPr sz="2400" b="1" i="1" dirty="0">
                <a:latin typeface="Courier New"/>
                <a:cs typeface="Courier New"/>
              </a:rPr>
              <a:t>x0,</a:t>
            </a:r>
            <a:r>
              <a:rPr sz="2400" b="1" i="1" spc="-30" dirty="0">
                <a:latin typeface="Courier New"/>
                <a:cs typeface="Courier New"/>
              </a:rPr>
              <a:t> </a:t>
            </a:r>
            <a:r>
              <a:rPr sz="2400" b="1" i="1" dirty="0">
                <a:latin typeface="Courier New"/>
                <a:cs typeface="Courier New"/>
              </a:rPr>
              <a:t>y0,</a:t>
            </a:r>
            <a:r>
              <a:rPr sz="2400" b="1" i="1" spc="-30" dirty="0">
                <a:latin typeface="Courier New"/>
                <a:cs typeface="Courier New"/>
              </a:rPr>
              <a:t> </a:t>
            </a:r>
            <a:r>
              <a:rPr sz="2400" b="1" i="1" dirty="0">
                <a:latin typeface="Courier New"/>
                <a:cs typeface="Courier New"/>
              </a:rPr>
              <a:t>largura,</a:t>
            </a:r>
            <a:r>
              <a:rPr sz="2400" b="1" i="1" spc="-30" dirty="0">
                <a:latin typeface="Courier New"/>
                <a:cs typeface="Courier New"/>
              </a:rPr>
              <a:t> </a:t>
            </a:r>
            <a:r>
              <a:rPr sz="2400" b="1" i="1" spc="-10" dirty="0">
                <a:latin typeface="Courier New"/>
                <a:cs typeface="Courier New"/>
              </a:rPr>
              <a:t>altura</a:t>
            </a:r>
            <a:r>
              <a:rPr sz="2400" b="1" spc="-10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  <a:p>
            <a:pPr marL="812800" marR="257175" indent="-228600">
              <a:spcBef>
                <a:spcPts val="500"/>
              </a:spcBef>
              <a:buChar char="•"/>
              <a:tabLst>
                <a:tab pos="812800" algn="l"/>
              </a:tabLst>
            </a:pPr>
            <a:r>
              <a:rPr sz="2000" dirty="0"/>
              <a:t>(parâmetros</a:t>
            </a:r>
            <a:r>
              <a:rPr sz="2000" spc="-25" dirty="0"/>
              <a:t> </a:t>
            </a:r>
            <a:r>
              <a:rPr sz="2000" dirty="0"/>
              <a:t>em</a:t>
            </a:r>
            <a:r>
              <a:rPr sz="2000" spc="-15" dirty="0"/>
              <a:t> </a:t>
            </a:r>
            <a:r>
              <a:rPr sz="2000" i="1" dirty="0">
                <a:latin typeface="Arial"/>
                <a:cs typeface="Arial"/>
              </a:rPr>
              <a:t>pixels,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dirty="0"/>
              <a:t>sendo</a:t>
            </a:r>
            <a:r>
              <a:rPr sz="2000" spc="-20" dirty="0"/>
              <a:t> </a:t>
            </a:r>
            <a:r>
              <a:rPr sz="2000" dirty="0"/>
              <a:t>que</a:t>
            </a:r>
            <a:r>
              <a:rPr sz="2000" spc="-25" dirty="0"/>
              <a:t> </a:t>
            </a:r>
            <a:r>
              <a:rPr sz="2000" dirty="0"/>
              <a:t>(0,0)</a:t>
            </a:r>
            <a:r>
              <a:rPr sz="2000" spc="-15" dirty="0"/>
              <a:t> </a:t>
            </a:r>
            <a:r>
              <a:rPr sz="2000" dirty="0"/>
              <a:t>refere-se</a:t>
            </a:r>
            <a:r>
              <a:rPr sz="2000" spc="-20" dirty="0"/>
              <a:t> </a:t>
            </a:r>
            <a:r>
              <a:rPr sz="2000" dirty="0"/>
              <a:t>ao</a:t>
            </a:r>
            <a:r>
              <a:rPr sz="2000" spc="-10" dirty="0"/>
              <a:t> canto </a:t>
            </a:r>
            <a:r>
              <a:rPr sz="2000" dirty="0"/>
              <a:t>inferior</a:t>
            </a:r>
            <a:r>
              <a:rPr sz="2000" spc="-45" dirty="0"/>
              <a:t> </a:t>
            </a:r>
            <a:r>
              <a:rPr sz="2000" dirty="0"/>
              <a:t>esquerdo</a:t>
            </a:r>
            <a:r>
              <a:rPr sz="2000" spc="-35" dirty="0"/>
              <a:t> </a:t>
            </a:r>
            <a:r>
              <a:rPr sz="2000" dirty="0"/>
              <a:t>da</a:t>
            </a:r>
            <a:r>
              <a:rPr sz="2000" spc="-45" dirty="0"/>
              <a:t> </a:t>
            </a:r>
            <a:r>
              <a:rPr sz="2000" spc="-10" dirty="0"/>
              <a:t>janela)</a:t>
            </a:r>
            <a:endParaRPr sz="2000" dirty="0">
              <a:latin typeface="Arial"/>
              <a:cs typeface="Arial"/>
            </a:endParaRPr>
          </a:p>
          <a:p>
            <a:pPr marL="12700" marR="5080">
              <a:spcBef>
                <a:spcPts val="650"/>
              </a:spcBef>
            </a:pPr>
            <a:r>
              <a:rPr sz="2600" spc="-10" dirty="0"/>
              <a:t>Normalmente</a:t>
            </a:r>
            <a:r>
              <a:rPr sz="2600" spc="-60" dirty="0"/>
              <a:t> </a:t>
            </a:r>
            <a:r>
              <a:rPr sz="2600" dirty="0"/>
              <a:t>não</a:t>
            </a:r>
            <a:r>
              <a:rPr sz="2600" spc="-60" dirty="0"/>
              <a:t> </a:t>
            </a:r>
            <a:r>
              <a:rPr sz="2600" dirty="0"/>
              <a:t>é</a:t>
            </a:r>
            <a:r>
              <a:rPr sz="2600" spc="-55" dirty="0"/>
              <a:t> </a:t>
            </a:r>
            <a:r>
              <a:rPr sz="2600" dirty="0"/>
              <a:t>necessário</a:t>
            </a:r>
            <a:r>
              <a:rPr sz="2600" spc="-45" dirty="0"/>
              <a:t> </a:t>
            </a:r>
            <a:r>
              <a:rPr sz="2600" dirty="0"/>
              <a:t>modificar,</a:t>
            </a:r>
            <a:r>
              <a:rPr sz="2600" spc="-60" dirty="0"/>
              <a:t> </a:t>
            </a:r>
            <a:r>
              <a:rPr sz="2600" dirty="0"/>
              <a:t>mas é</a:t>
            </a:r>
            <a:r>
              <a:rPr sz="2600" spc="-60" dirty="0"/>
              <a:t> </a:t>
            </a:r>
            <a:r>
              <a:rPr sz="2600" spc="-20" dirty="0"/>
              <a:t>útil para</a:t>
            </a:r>
            <a:endParaRPr sz="2600" dirty="0"/>
          </a:p>
          <a:p>
            <a:pPr marL="412115" indent="-285115">
              <a:spcBef>
                <a:spcPts val="59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/>
              <a:t>Manter</a:t>
            </a:r>
            <a:r>
              <a:rPr sz="2400" spc="-60" dirty="0"/>
              <a:t> </a:t>
            </a:r>
            <a:r>
              <a:rPr sz="2400" dirty="0"/>
              <a:t>a</a:t>
            </a:r>
            <a:r>
              <a:rPr sz="2400" spc="-50" dirty="0"/>
              <a:t> </a:t>
            </a:r>
            <a:r>
              <a:rPr sz="2400" dirty="0"/>
              <a:t>razão</a:t>
            </a:r>
            <a:r>
              <a:rPr sz="2400" spc="-55" dirty="0"/>
              <a:t> </a:t>
            </a:r>
            <a:r>
              <a:rPr sz="2400" dirty="0"/>
              <a:t>de</a:t>
            </a:r>
            <a:r>
              <a:rPr sz="2400" spc="-55" dirty="0"/>
              <a:t> </a:t>
            </a:r>
            <a:r>
              <a:rPr sz="2400" dirty="0"/>
              <a:t>aspecto</a:t>
            </a:r>
            <a:r>
              <a:rPr sz="2400" spc="-60" dirty="0"/>
              <a:t> </a:t>
            </a:r>
            <a:r>
              <a:rPr sz="2400" dirty="0"/>
              <a:t>da</a:t>
            </a:r>
            <a:r>
              <a:rPr sz="2400" spc="-60" dirty="0"/>
              <a:t> </a:t>
            </a:r>
            <a:r>
              <a:rPr sz="2400" spc="-10" dirty="0"/>
              <a:t>imagem</a:t>
            </a:r>
            <a:endParaRPr sz="2400" dirty="0"/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/>
              <a:t>Fazer</a:t>
            </a:r>
            <a:r>
              <a:rPr sz="2400" spc="-70" dirty="0"/>
              <a:t> </a:t>
            </a:r>
            <a:r>
              <a:rPr sz="2400" i="1" dirty="0">
                <a:latin typeface="Arial"/>
                <a:cs typeface="Arial"/>
              </a:rPr>
              <a:t>zooming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dirty="0"/>
              <a:t>e</a:t>
            </a:r>
            <a:r>
              <a:rPr sz="2400" spc="-65" dirty="0"/>
              <a:t> </a:t>
            </a:r>
            <a:r>
              <a:rPr sz="2400" i="1" dirty="0">
                <a:latin typeface="Arial"/>
                <a:cs typeface="Arial"/>
              </a:rPr>
              <a:t>panning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/>
              <a:t>sobre</a:t>
            </a:r>
            <a:r>
              <a:rPr sz="2400" spc="-65" dirty="0"/>
              <a:t> </a:t>
            </a:r>
            <a:r>
              <a:rPr sz="2400" dirty="0"/>
              <a:t>a</a:t>
            </a:r>
            <a:r>
              <a:rPr sz="2400" spc="-70" dirty="0"/>
              <a:t> </a:t>
            </a:r>
            <a:r>
              <a:rPr sz="2400" spc="-10" dirty="0"/>
              <a:t>imagem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933" y="574040"/>
            <a:ext cx="59467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Especificando</a:t>
            </a:r>
            <a:r>
              <a:rPr spc="-75" dirty="0"/>
              <a:t> </a:t>
            </a:r>
            <a:r>
              <a:rPr spc="-10" dirty="0"/>
              <a:t>Transformações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347470"/>
            <a:ext cx="1371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2454909"/>
            <a:ext cx="1371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800" y="1347470"/>
            <a:ext cx="10820400" cy="2736646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 algn="just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i="1" dirty="0">
                <a:solidFill>
                  <a:srgbClr val="002454"/>
                </a:solidFill>
                <a:latin typeface="Arial"/>
                <a:cs typeface="Arial"/>
              </a:rPr>
              <a:t>modelview</a:t>
            </a:r>
            <a:r>
              <a:rPr sz="2500" i="1" spc="-2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i="1" dirty="0">
                <a:solidFill>
                  <a:srgbClr val="002454"/>
                </a:solidFill>
                <a:latin typeface="Arial"/>
                <a:cs typeface="Arial"/>
              </a:rPr>
              <a:t>projection</a:t>
            </a:r>
            <a:r>
              <a:rPr sz="25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usadas</a:t>
            </a:r>
            <a:r>
              <a:rPr sz="25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5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pipeline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aquelas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situam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topo de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duas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pilhas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que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usadas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operações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endParaRPr sz="25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936625" algn="just">
              <a:lnSpc>
                <a:spcPts val="2700"/>
              </a:lnSpc>
              <a:spcBef>
                <a:spcPts val="620"/>
              </a:spcBef>
            </a:pP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 err="1">
                <a:solidFill>
                  <a:srgbClr val="002454"/>
                </a:solidFill>
                <a:latin typeface="Arial MT"/>
                <a:cs typeface="Arial MT"/>
              </a:rPr>
              <a:t>sele</a:t>
            </a:r>
            <a:r>
              <a:rPr lang="pt-BR" sz="2500" dirty="0" err="1">
                <a:solidFill>
                  <a:srgbClr val="002454"/>
                </a:solidFill>
                <a:latin typeface="Arial MT"/>
                <a:cs typeface="Arial MT"/>
              </a:rPr>
              <a:t>ci</a:t>
            </a:r>
            <a:r>
              <a:rPr sz="2500" dirty="0" err="1">
                <a:solidFill>
                  <a:srgbClr val="002454"/>
                </a:solidFill>
                <a:latin typeface="Arial MT"/>
                <a:cs typeface="Arial MT"/>
              </a:rPr>
              <a:t>onar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qual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pilha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operar, usamos</a:t>
            </a:r>
            <a:endParaRPr sz="25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0">
              <a:lnSpc>
                <a:spcPts val="2850"/>
              </a:lnSpc>
              <a:spcBef>
                <a:spcPts val="280"/>
              </a:spcBef>
            </a:pP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glMatrixMode(</a:t>
            </a:r>
            <a:r>
              <a:rPr sz="2500" b="1" i="1" dirty="0">
                <a:solidFill>
                  <a:srgbClr val="002454"/>
                </a:solidFill>
                <a:latin typeface="Courier New"/>
                <a:cs typeface="Courier New"/>
              </a:rPr>
              <a:t>GL_MODELVIEW</a:t>
            </a:r>
            <a:r>
              <a:rPr sz="2500" b="1" i="1" spc="-1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ou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750">
              <a:lnSpc>
                <a:spcPts val="2850"/>
              </a:lnSpc>
            </a:pPr>
            <a:r>
              <a:rPr sz="2500" b="1" i="1" spc="-10" dirty="0">
                <a:solidFill>
                  <a:srgbClr val="002454"/>
                </a:solidFill>
                <a:latin typeface="Courier New"/>
                <a:cs typeface="Courier New"/>
              </a:rPr>
              <a:t>GL_PROJECTION</a:t>
            </a:r>
            <a:r>
              <a:rPr sz="2500" b="1" spc="-1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 marR="22225" algn="just">
              <a:lnSpc>
                <a:spcPts val="2700"/>
              </a:lnSpc>
              <a:spcBef>
                <a:spcPts val="660"/>
              </a:spcBef>
            </a:pP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Existem</a:t>
            </a:r>
            <a:r>
              <a:rPr sz="25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série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operar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pilha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corrente,</a:t>
            </a:r>
            <a:r>
              <a:rPr sz="25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incluindo</a:t>
            </a:r>
            <a:endParaRPr sz="25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0673" y="4728209"/>
            <a:ext cx="2882265" cy="86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5"/>
              </a:spcBef>
            </a:pP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glMultMatrix</a:t>
            </a:r>
            <a:r>
              <a:rPr sz="2500" b="1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 </a:t>
            </a: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glPushMatrix</a:t>
            </a:r>
            <a:r>
              <a:rPr sz="2500" b="1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5869" y="4728209"/>
            <a:ext cx="3263900" cy="129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95"/>
              </a:spcBef>
            </a:pP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glLoadIdentity</a:t>
            </a:r>
            <a:r>
              <a:rPr sz="2500" b="1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35" dirty="0">
                <a:solidFill>
                  <a:srgbClr val="002454"/>
                </a:solidFill>
                <a:latin typeface="Courier New"/>
                <a:cs typeface="Courier New"/>
              </a:rPr>
              <a:t>() </a:t>
            </a: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glLoadMatrix</a:t>
            </a:r>
            <a:r>
              <a:rPr sz="2500" b="1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 </a:t>
            </a: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glPopMatrix</a:t>
            </a:r>
            <a:r>
              <a:rPr sz="2500" b="1" spc="-5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510030">
              <a:spcBef>
                <a:spcPts val="100"/>
              </a:spcBef>
            </a:pPr>
            <a:r>
              <a:rPr dirty="0"/>
              <a:t>Transformando</a:t>
            </a:r>
            <a:r>
              <a:rPr spc="-145" dirty="0"/>
              <a:t> </a:t>
            </a:r>
            <a:r>
              <a:rPr spc="-10" dirty="0"/>
              <a:t>objetos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1600200"/>
            <a:ext cx="10896600" cy="384169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25"/>
              </a:spcBef>
            </a:pP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Usa-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multiplicar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topo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pilha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especificadas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parâmetros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15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glTranslatef</a:t>
            </a:r>
            <a:r>
              <a:rPr sz="2400" b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400" b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x,</a:t>
            </a:r>
            <a:r>
              <a:rPr sz="2400" b="1" i="1" spc="-1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y,</a:t>
            </a:r>
            <a:r>
              <a:rPr sz="24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400" b="1" i="1" spc="-1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spc="-5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glRotatef</a:t>
            </a:r>
            <a:r>
              <a:rPr sz="2400" b="1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ângulo,</a:t>
            </a:r>
            <a:r>
              <a:rPr sz="24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x,</a:t>
            </a:r>
            <a:r>
              <a:rPr sz="24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y,</a:t>
            </a:r>
            <a:r>
              <a:rPr sz="24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 z</a:t>
            </a:r>
            <a:r>
              <a:rPr sz="2400" b="1" spc="-25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115" indent="-285115">
              <a:spcBef>
                <a:spcPts val="25"/>
              </a:spcBef>
              <a:buFont typeface="Wingdings"/>
              <a:buChar char=""/>
              <a:tabLst>
                <a:tab pos="412115" algn="l"/>
                <a:tab pos="2972435" algn="l"/>
                <a:tab pos="3703954" algn="l"/>
              </a:tabLst>
            </a:pP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glScale</a:t>
            </a:r>
            <a:r>
              <a:rPr sz="2400" b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400" b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spc="-25" dirty="0">
                <a:solidFill>
                  <a:srgbClr val="002454"/>
                </a:solidFill>
                <a:latin typeface="Courier New"/>
                <a:cs typeface="Courier New"/>
              </a:rPr>
              <a:t>x,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002454"/>
                </a:solidFill>
                <a:latin typeface="Courier New"/>
                <a:cs typeface="Courier New"/>
              </a:rPr>
              <a:t>y,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	z</a:t>
            </a:r>
            <a:r>
              <a:rPr sz="2400" b="1" spc="-1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spc="-5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Cuidado: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ordem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importante: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584200">
              <a:spcBef>
                <a:spcPts val="20"/>
              </a:spcBef>
            </a:pP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glTranslatef</a:t>
            </a:r>
            <a:r>
              <a:rPr sz="2000" b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10,</a:t>
            </a:r>
            <a:r>
              <a:rPr sz="2000" b="1" i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5,</a:t>
            </a:r>
            <a:r>
              <a:rPr sz="2000" b="1" i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3</a:t>
            </a:r>
            <a:r>
              <a:rPr sz="2000" b="1" spc="-25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84200" marR="3136265">
              <a:lnSpc>
                <a:spcPts val="2420"/>
              </a:lnSpc>
              <a:spcBef>
                <a:spcPts val="70"/>
              </a:spcBef>
            </a:pP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glRotatef</a:t>
            </a:r>
            <a:r>
              <a:rPr sz="2000" b="1" spc="-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10,</a:t>
            </a:r>
            <a:r>
              <a:rPr sz="20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0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0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1</a:t>
            </a:r>
            <a:r>
              <a:rPr sz="2000" b="1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glBegin</a:t>
            </a:r>
            <a:r>
              <a:rPr sz="2000" b="1" spc="-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002454"/>
                </a:solidFill>
                <a:latin typeface="Courier New"/>
                <a:cs typeface="Courier New"/>
              </a:rPr>
              <a:t>(GL_TRIANGLES);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84200">
              <a:lnSpc>
                <a:spcPts val="2335"/>
              </a:lnSpc>
            </a:pPr>
            <a:r>
              <a:rPr sz="2000" b="1" spc="-50" dirty="0">
                <a:solidFill>
                  <a:srgbClr val="002454"/>
                </a:solidFill>
                <a:latin typeface="Courier New"/>
                <a:cs typeface="Courier New"/>
              </a:rPr>
              <a:t>…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Objeto</a:t>
            </a:r>
            <a:r>
              <a:rPr sz="2400" b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é</a:t>
            </a:r>
            <a:r>
              <a:rPr sz="2400" b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rodado</a:t>
            </a:r>
            <a:r>
              <a:rPr sz="2400" b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e</a:t>
            </a:r>
            <a:r>
              <a:rPr sz="2400" b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depois</a:t>
            </a:r>
            <a:r>
              <a:rPr sz="2400" b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transladado!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598170">
              <a:spcBef>
                <a:spcPts val="100"/>
              </a:spcBef>
            </a:pPr>
            <a:r>
              <a:rPr dirty="0"/>
              <a:t>Transformações</a:t>
            </a:r>
            <a:r>
              <a:rPr spc="-7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Visualização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999" y="1414779"/>
            <a:ext cx="37833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Duas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interpretações: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599" y="1752600"/>
            <a:ext cx="5266691" cy="45796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80415" marR="160020" indent="-285750">
              <a:lnSpc>
                <a:spcPts val="1920"/>
              </a:lnSpc>
              <a:spcBef>
                <a:spcPts val="560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Levam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até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cena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visualizar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30480" indent="-285750">
              <a:lnSpc>
                <a:spcPts val="1920"/>
              </a:lnSpc>
              <a:spcBef>
                <a:spcPts val="490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Levam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cena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até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estacionária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0" indent="-342900">
              <a:lnSpc>
                <a:spcPts val="2340"/>
              </a:lnSpc>
              <a:spcBef>
                <a:spcPts val="40"/>
              </a:spcBef>
              <a:buChar char="•"/>
              <a:tabLst>
                <a:tab pos="381000" algn="l"/>
              </a:tabLst>
            </a:pPr>
            <a:r>
              <a:rPr sz="2200" spc="-10" dirty="0">
                <a:solidFill>
                  <a:srgbClr val="002454"/>
                </a:solidFill>
                <a:latin typeface="Courier New"/>
                <a:cs typeface="Courier New"/>
              </a:rPr>
              <a:t>gluLookAt(</a:t>
            </a:r>
            <a:endParaRPr sz="22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48640">
              <a:lnSpc>
                <a:spcPts val="2220"/>
              </a:lnSpc>
            </a:pP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eye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x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eye</a:t>
            </a:r>
            <a:r>
              <a:rPr sz="1875" i="1" spc="-30" baseline="-24444" dirty="0">
                <a:solidFill>
                  <a:srgbClr val="002454"/>
                </a:solidFill>
                <a:latin typeface="Courier New"/>
                <a:cs typeface="Courier New"/>
              </a:rPr>
              <a:t>y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55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Courier New"/>
                <a:cs typeface="Courier New"/>
              </a:rPr>
              <a:t>eye</a:t>
            </a:r>
            <a:r>
              <a:rPr sz="1875" i="1" spc="-15" baseline="-24444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200" spc="-1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endParaRPr sz="22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48640" marR="907415">
              <a:lnSpc>
                <a:spcPts val="2400"/>
              </a:lnSpc>
              <a:spcBef>
                <a:spcPts val="160"/>
              </a:spcBef>
            </a:pP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aim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x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aim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y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aim</a:t>
            </a:r>
            <a:r>
              <a:rPr sz="1875" i="1" spc="-30" baseline="-24444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, 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up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x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up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y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5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up</a:t>
            </a:r>
            <a:r>
              <a:rPr sz="1875" i="1" spc="-30" baseline="-24444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2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780415" marR="208915" lvl="1" indent="-285750">
              <a:lnSpc>
                <a:spcPct val="80000"/>
              </a:lnSpc>
              <a:spcBef>
                <a:spcPts val="819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eye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onde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câmera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será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posicionada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548640" lvl="1" indent="-285750">
              <a:lnSpc>
                <a:spcPct val="80000"/>
              </a:lnSpc>
              <a:spcBef>
                <a:spcPts val="500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aim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onde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será</a:t>
            </a:r>
            <a:r>
              <a:rPr sz="2000" spc="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apontada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208279" lvl="1" indent="-285750">
              <a:lnSpc>
                <a:spcPts val="1920"/>
              </a:lnSpc>
              <a:spcBef>
                <a:spcPts val="484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up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vetor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dá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direção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“para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cima”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1077595" lvl="1" indent="-285750">
              <a:lnSpc>
                <a:spcPct val="80000"/>
              </a:lnSpc>
              <a:spcBef>
                <a:spcPts val="505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Cuidado</a:t>
            </a:r>
            <a:r>
              <a:rPr sz="20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com</a:t>
            </a:r>
            <a:r>
              <a:rPr sz="2000" i="1" spc="-4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casos degenerados</a:t>
            </a:r>
            <a:endParaRPr sz="20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01613" y="2528569"/>
            <a:ext cx="1951989" cy="1705610"/>
          </a:xfrm>
          <a:custGeom>
            <a:avLst/>
            <a:gdLst/>
            <a:ahLst/>
            <a:cxnLst/>
            <a:rect l="l" t="t" r="r" b="b"/>
            <a:pathLst>
              <a:path w="1951990" h="1705610">
                <a:moveTo>
                  <a:pt x="1951990" y="1667510"/>
                </a:moveTo>
                <a:lnTo>
                  <a:pt x="1875790" y="1629410"/>
                </a:lnTo>
                <a:lnTo>
                  <a:pt x="1875790" y="1662430"/>
                </a:lnTo>
                <a:lnTo>
                  <a:pt x="41910" y="1662430"/>
                </a:lnTo>
                <a:lnTo>
                  <a:pt x="41910" y="76200"/>
                </a:lnTo>
                <a:lnTo>
                  <a:pt x="7493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020" y="76200"/>
                </a:lnTo>
                <a:lnTo>
                  <a:pt x="33020" y="1667510"/>
                </a:lnTo>
                <a:lnTo>
                  <a:pt x="38100" y="1667510"/>
                </a:lnTo>
                <a:lnTo>
                  <a:pt x="38100" y="1671320"/>
                </a:lnTo>
                <a:lnTo>
                  <a:pt x="1875790" y="1671320"/>
                </a:lnTo>
                <a:lnTo>
                  <a:pt x="1875790" y="1705610"/>
                </a:lnTo>
                <a:lnTo>
                  <a:pt x="1951990" y="1667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22790" y="4199890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x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6179" y="271525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y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86600" y="3209607"/>
            <a:ext cx="1605280" cy="1681480"/>
            <a:chOff x="5562600" y="3209607"/>
            <a:chExt cx="1605280" cy="1681480"/>
          </a:xfrm>
        </p:grpSpPr>
        <p:sp>
          <p:nvSpPr>
            <p:cNvPr id="9" name="object 9"/>
            <p:cNvSpPr/>
            <p:nvPr/>
          </p:nvSpPr>
          <p:spPr>
            <a:xfrm>
              <a:off x="5562600" y="4192269"/>
              <a:ext cx="755650" cy="698500"/>
            </a:xfrm>
            <a:custGeom>
              <a:avLst/>
              <a:gdLst/>
              <a:ahLst/>
              <a:cxnLst/>
              <a:rect l="l" t="t" r="r" b="b"/>
              <a:pathLst>
                <a:path w="755650" h="698500">
                  <a:moveTo>
                    <a:pt x="755650" y="7620"/>
                  </a:moveTo>
                  <a:lnTo>
                    <a:pt x="749300" y="0"/>
                  </a:lnTo>
                  <a:lnTo>
                    <a:pt x="52628" y="644144"/>
                  </a:lnTo>
                  <a:lnTo>
                    <a:pt x="30480" y="619760"/>
                  </a:lnTo>
                  <a:lnTo>
                    <a:pt x="0" y="698500"/>
                  </a:lnTo>
                  <a:lnTo>
                    <a:pt x="81280" y="675640"/>
                  </a:lnTo>
                  <a:lnTo>
                    <a:pt x="59296" y="651471"/>
                  </a:lnTo>
                  <a:lnTo>
                    <a:pt x="75565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0" y="321437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lnTo>
                    <a:pt x="190500" y="0"/>
                  </a:lnTo>
                  <a:lnTo>
                    <a:pt x="0" y="190500"/>
                  </a:lnTo>
                  <a:lnTo>
                    <a:pt x="0" y="761999"/>
                  </a:lnTo>
                  <a:lnTo>
                    <a:pt x="571500" y="761999"/>
                  </a:lnTo>
                  <a:lnTo>
                    <a:pt x="762000" y="571499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00800" y="321437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1999"/>
                  </a:moveTo>
                  <a:lnTo>
                    <a:pt x="0" y="190500"/>
                  </a:lnTo>
                  <a:lnTo>
                    <a:pt x="190500" y="0"/>
                  </a:lnTo>
                  <a:lnTo>
                    <a:pt x="762000" y="0"/>
                  </a:lnTo>
                  <a:lnTo>
                    <a:pt x="762000" y="571499"/>
                  </a:lnTo>
                  <a:lnTo>
                    <a:pt x="571500" y="761999"/>
                  </a:lnTo>
                  <a:lnTo>
                    <a:pt x="0" y="76199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0" y="321437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762000" y="0"/>
                  </a:moveTo>
                  <a:lnTo>
                    <a:pt x="190500" y="0"/>
                  </a:lnTo>
                  <a:lnTo>
                    <a:pt x="0" y="190500"/>
                  </a:lnTo>
                  <a:lnTo>
                    <a:pt x="571500" y="1905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0" y="321437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190500" y="0"/>
                  </a:lnTo>
                  <a:lnTo>
                    <a:pt x="762000" y="0"/>
                  </a:lnTo>
                  <a:lnTo>
                    <a:pt x="571500" y="190500"/>
                  </a:lnTo>
                  <a:lnTo>
                    <a:pt x="0" y="1905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72300" y="3214370"/>
              <a:ext cx="190500" cy="762000"/>
            </a:xfrm>
            <a:custGeom>
              <a:avLst/>
              <a:gdLst/>
              <a:ahLst/>
              <a:cxnLst/>
              <a:rect l="l" t="t" r="r" b="b"/>
              <a:pathLst>
                <a:path w="190500" h="762000">
                  <a:moveTo>
                    <a:pt x="190500" y="0"/>
                  </a:moveTo>
                  <a:lnTo>
                    <a:pt x="0" y="190500"/>
                  </a:lnTo>
                  <a:lnTo>
                    <a:pt x="0" y="761999"/>
                  </a:lnTo>
                  <a:lnTo>
                    <a:pt x="190500" y="571499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72300" y="3214370"/>
              <a:ext cx="190500" cy="762000"/>
            </a:xfrm>
            <a:custGeom>
              <a:avLst/>
              <a:gdLst/>
              <a:ahLst/>
              <a:cxnLst/>
              <a:rect l="l" t="t" r="r" b="b"/>
              <a:pathLst>
                <a:path w="190500" h="762000">
                  <a:moveTo>
                    <a:pt x="0" y="761999"/>
                  </a:moveTo>
                  <a:lnTo>
                    <a:pt x="0" y="190500"/>
                  </a:lnTo>
                  <a:lnTo>
                    <a:pt x="190500" y="0"/>
                  </a:lnTo>
                  <a:lnTo>
                    <a:pt x="190500" y="571499"/>
                  </a:lnTo>
                  <a:lnTo>
                    <a:pt x="0" y="76199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65343" y="4848859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522720" y="1995170"/>
            <a:ext cx="3921760" cy="1681480"/>
            <a:chOff x="4998720" y="1995170"/>
            <a:chExt cx="3921760" cy="16814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8720" y="2653030"/>
              <a:ext cx="939800" cy="7975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5270" y="2898140"/>
              <a:ext cx="496570" cy="3860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1650" y="1995170"/>
              <a:ext cx="133350" cy="1574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06390" y="2098040"/>
              <a:ext cx="252729" cy="433070"/>
            </a:xfrm>
            <a:custGeom>
              <a:avLst/>
              <a:gdLst/>
              <a:ahLst/>
              <a:cxnLst/>
              <a:rect l="l" t="t" r="r" b="b"/>
              <a:pathLst>
                <a:path w="252729" h="433069">
                  <a:moveTo>
                    <a:pt x="245110" y="0"/>
                  </a:moveTo>
                  <a:lnTo>
                    <a:pt x="0" y="429260"/>
                  </a:lnTo>
                  <a:lnTo>
                    <a:pt x="7620" y="433070"/>
                  </a:lnTo>
                  <a:lnTo>
                    <a:pt x="252730" y="5080"/>
                  </a:lnTo>
                  <a:lnTo>
                    <a:pt x="24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3127" y="2752497"/>
              <a:ext cx="85544" cy="855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0927" y="3590697"/>
              <a:ext cx="85544" cy="855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28790" y="2833370"/>
              <a:ext cx="2086610" cy="734060"/>
            </a:xfrm>
            <a:custGeom>
              <a:avLst/>
              <a:gdLst/>
              <a:ahLst/>
              <a:cxnLst/>
              <a:rect l="l" t="t" r="r" b="b"/>
              <a:pathLst>
                <a:path w="2086609" h="734060">
                  <a:moveTo>
                    <a:pt x="900429" y="360679"/>
                  </a:moveTo>
                  <a:lnTo>
                    <a:pt x="882650" y="350519"/>
                  </a:lnTo>
                  <a:lnTo>
                    <a:pt x="864869" y="341629"/>
                  </a:lnTo>
                  <a:lnTo>
                    <a:pt x="849629" y="331469"/>
                  </a:lnTo>
                  <a:lnTo>
                    <a:pt x="836929" y="320039"/>
                  </a:lnTo>
                  <a:lnTo>
                    <a:pt x="824229" y="309879"/>
                  </a:lnTo>
                  <a:lnTo>
                    <a:pt x="812800" y="299719"/>
                  </a:lnTo>
                  <a:lnTo>
                    <a:pt x="803909" y="288289"/>
                  </a:lnTo>
                  <a:lnTo>
                    <a:pt x="796289" y="276859"/>
                  </a:lnTo>
                  <a:lnTo>
                    <a:pt x="789939" y="266700"/>
                  </a:lnTo>
                  <a:lnTo>
                    <a:pt x="786129" y="255269"/>
                  </a:lnTo>
                  <a:lnTo>
                    <a:pt x="782319" y="243839"/>
                  </a:lnTo>
                  <a:lnTo>
                    <a:pt x="781050" y="232409"/>
                  </a:lnTo>
                  <a:lnTo>
                    <a:pt x="781050" y="220979"/>
                  </a:lnTo>
                  <a:lnTo>
                    <a:pt x="798829" y="175259"/>
                  </a:lnTo>
                  <a:lnTo>
                    <a:pt x="829309" y="143509"/>
                  </a:lnTo>
                  <a:lnTo>
                    <a:pt x="842009" y="132079"/>
                  </a:lnTo>
                  <a:lnTo>
                    <a:pt x="855979" y="123189"/>
                  </a:lnTo>
                  <a:lnTo>
                    <a:pt x="872489" y="113029"/>
                  </a:lnTo>
                  <a:lnTo>
                    <a:pt x="889000" y="102869"/>
                  </a:lnTo>
                  <a:lnTo>
                    <a:pt x="908050" y="93979"/>
                  </a:lnTo>
                  <a:lnTo>
                    <a:pt x="928369" y="83819"/>
                  </a:lnTo>
                  <a:lnTo>
                    <a:pt x="948689" y="76200"/>
                  </a:lnTo>
                  <a:lnTo>
                    <a:pt x="971550" y="67309"/>
                  </a:lnTo>
                  <a:lnTo>
                    <a:pt x="994409" y="59689"/>
                  </a:lnTo>
                  <a:lnTo>
                    <a:pt x="1019809" y="52069"/>
                  </a:lnTo>
                  <a:lnTo>
                    <a:pt x="1045209" y="45719"/>
                  </a:lnTo>
                  <a:lnTo>
                    <a:pt x="1071879" y="38100"/>
                  </a:lnTo>
                  <a:lnTo>
                    <a:pt x="1098550" y="33019"/>
                  </a:lnTo>
                  <a:lnTo>
                    <a:pt x="1127759" y="26669"/>
                  </a:lnTo>
                  <a:lnTo>
                    <a:pt x="1156969" y="21589"/>
                  </a:lnTo>
                  <a:lnTo>
                    <a:pt x="1186179" y="16509"/>
                  </a:lnTo>
                  <a:lnTo>
                    <a:pt x="1216659" y="12700"/>
                  </a:lnTo>
                  <a:lnTo>
                    <a:pt x="1248409" y="10159"/>
                  </a:lnTo>
                  <a:lnTo>
                    <a:pt x="1278889" y="6350"/>
                  </a:lnTo>
                  <a:lnTo>
                    <a:pt x="1310639" y="3809"/>
                  </a:lnTo>
                  <a:lnTo>
                    <a:pt x="1342389" y="2539"/>
                  </a:lnTo>
                  <a:lnTo>
                    <a:pt x="1375409" y="1269"/>
                  </a:lnTo>
                  <a:lnTo>
                    <a:pt x="1407159" y="0"/>
                  </a:lnTo>
                  <a:lnTo>
                    <a:pt x="1440179" y="0"/>
                  </a:lnTo>
                  <a:lnTo>
                    <a:pt x="1473200" y="0"/>
                  </a:lnTo>
                  <a:lnTo>
                    <a:pt x="1504950" y="1269"/>
                  </a:lnTo>
                  <a:lnTo>
                    <a:pt x="1537969" y="2539"/>
                  </a:lnTo>
                  <a:lnTo>
                    <a:pt x="1569719" y="5079"/>
                  </a:lnTo>
                  <a:lnTo>
                    <a:pt x="1601469" y="7619"/>
                  </a:lnTo>
                  <a:lnTo>
                    <a:pt x="1631950" y="11429"/>
                  </a:lnTo>
                  <a:lnTo>
                    <a:pt x="1663700" y="13969"/>
                  </a:lnTo>
                  <a:lnTo>
                    <a:pt x="1692909" y="19050"/>
                  </a:lnTo>
                  <a:lnTo>
                    <a:pt x="1722119" y="24129"/>
                  </a:lnTo>
                  <a:lnTo>
                    <a:pt x="1751329" y="29209"/>
                  </a:lnTo>
                  <a:lnTo>
                    <a:pt x="1779269" y="34289"/>
                  </a:lnTo>
                  <a:lnTo>
                    <a:pt x="1807209" y="40639"/>
                  </a:lnTo>
                  <a:lnTo>
                    <a:pt x="1832609" y="48259"/>
                  </a:lnTo>
                  <a:lnTo>
                    <a:pt x="1858009" y="55879"/>
                  </a:lnTo>
                  <a:lnTo>
                    <a:pt x="1882139" y="62229"/>
                  </a:lnTo>
                  <a:lnTo>
                    <a:pt x="1905000" y="71119"/>
                  </a:lnTo>
                  <a:lnTo>
                    <a:pt x="1927859" y="78739"/>
                  </a:lnTo>
                  <a:lnTo>
                    <a:pt x="1948179" y="87629"/>
                  </a:lnTo>
                  <a:lnTo>
                    <a:pt x="1967229" y="96519"/>
                  </a:lnTo>
                  <a:lnTo>
                    <a:pt x="1985009" y="106679"/>
                  </a:lnTo>
                  <a:lnTo>
                    <a:pt x="2002789" y="116839"/>
                  </a:lnTo>
                  <a:lnTo>
                    <a:pt x="2043429" y="147319"/>
                  </a:lnTo>
                  <a:lnTo>
                    <a:pt x="2071369" y="180339"/>
                  </a:lnTo>
                  <a:lnTo>
                    <a:pt x="2086609" y="224789"/>
                  </a:lnTo>
                  <a:lnTo>
                    <a:pt x="2086609" y="236219"/>
                  </a:lnTo>
                  <a:lnTo>
                    <a:pt x="2068829" y="281939"/>
                  </a:lnTo>
                  <a:lnTo>
                    <a:pt x="2039619" y="314959"/>
                  </a:lnTo>
                  <a:lnTo>
                    <a:pt x="1996439" y="345439"/>
                  </a:lnTo>
                  <a:lnTo>
                    <a:pt x="1978659" y="354329"/>
                  </a:lnTo>
                  <a:lnTo>
                    <a:pt x="1960879" y="364489"/>
                  </a:lnTo>
                  <a:lnTo>
                    <a:pt x="1940559" y="373379"/>
                  </a:lnTo>
                  <a:lnTo>
                    <a:pt x="1918969" y="382269"/>
                  </a:lnTo>
                  <a:lnTo>
                    <a:pt x="1897379" y="389889"/>
                  </a:lnTo>
                  <a:lnTo>
                    <a:pt x="1873250" y="397509"/>
                  </a:lnTo>
                  <a:lnTo>
                    <a:pt x="1849119" y="405129"/>
                  </a:lnTo>
                  <a:lnTo>
                    <a:pt x="1797050" y="419100"/>
                  </a:lnTo>
                  <a:lnTo>
                    <a:pt x="1741169" y="430529"/>
                  </a:lnTo>
                  <a:lnTo>
                    <a:pt x="1681479" y="440689"/>
                  </a:lnTo>
                  <a:lnTo>
                    <a:pt x="1620519" y="448309"/>
                  </a:lnTo>
                  <a:lnTo>
                    <a:pt x="1557019" y="453389"/>
                  </a:lnTo>
                  <a:lnTo>
                    <a:pt x="1525269" y="454659"/>
                  </a:lnTo>
                  <a:lnTo>
                    <a:pt x="1493519" y="455929"/>
                  </a:lnTo>
                  <a:lnTo>
                    <a:pt x="1460500" y="457200"/>
                  </a:lnTo>
                  <a:lnTo>
                    <a:pt x="1427479" y="457200"/>
                  </a:lnTo>
                  <a:lnTo>
                    <a:pt x="1395729" y="457200"/>
                  </a:lnTo>
                  <a:lnTo>
                    <a:pt x="1362709" y="455929"/>
                  </a:lnTo>
                  <a:lnTo>
                    <a:pt x="1330959" y="454659"/>
                  </a:lnTo>
                  <a:lnTo>
                    <a:pt x="1297939" y="452119"/>
                  </a:lnTo>
                  <a:lnTo>
                    <a:pt x="1267459" y="449579"/>
                  </a:lnTo>
                  <a:lnTo>
                    <a:pt x="1235709" y="447039"/>
                  </a:lnTo>
                  <a:lnTo>
                    <a:pt x="1205229" y="443229"/>
                  </a:lnTo>
                  <a:lnTo>
                    <a:pt x="1174750" y="438150"/>
                  </a:lnTo>
                  <a:lnTo>
                    <a:pt x="1145539" y="434339"/>
                  </a:lnTo>
                  <a:lnTo>
                    <a:pt x="1116329" y="427989"/>
                  </a:lnTo>
                  <a:lnTo>
                    <a:pt x="1088389" y="422909"/>
                  </a:lnTo>
                  <a:lnTo>
                    <a:pt x="1061719" y="416559"/>
                  </a:lnTo>
                  <a:lnTo>
                    <a:pt x="0" y="734059"/>
                  </a:lnTo>
                  <a:lnTo>
                    <a:pt x="900429" y="36067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602469" y="2912109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25" dirty="0">
                <a:latin typeface="Times New Roman"/>
                <a:cs typeface="Times New Roman"/>
              </a:rPr>
              <a:t>aim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19800" y="2967989"/>
            <a:ext cx="1304290" cy="1313180"/>
          </a:xfrm>
          <a:custGeom>
            <a:avLst/>
            <a:gdLst/>
            <a:ahLst/>
            <a:cxnLst/>
            <a:rect l="l" t="t" r="r" b="b"/>
            <a:pathLst>
              <a:path w="1304289" h="1313179">
                <a:moveTo>
                  <a:pt x="791210" y="861060"/>
                </a:moveTo>
                <a:lnTo>
                  <a:pt x="822960" y="863600"/>
                </a:lnTo>
                <a:lnTo>
                  <a:pt x="853439" y="867410"/>
                </a:lnTo>
                <a:lnTo>
                  <a:pt x="883920" y="871220"/>
                </a:lnTo>
                <a:lnTo>
                  <a:pt x="914400" y="876300"/>
                </a:lnTo>
                <a:lnTo>
                  <a:pt x="943610" y="880110"/>
                </a:lnTo>
                <a:lnTo>
                  <a:pt x="972820" y="885190"/>
                </a:lnTo>
                <a:lnTo>
                  <a:pt x="1000760" y="891540"/>
                </a:lnTo>
                <a:lnTo>
                  <a:pt x="1027429" y="897890"/>
                </a:lnTo>
                <a:lnTo>
                  <a:pt x="1054100" y="904240"/>
                </a:lnTo>
                <a:lnTo>
                  <a:pt x="1103629" y="919480"/>
                </a:lnTo>
                <a:lnTo>
                  <a:pt x="1148079" y="935990"/>
                </a:lnTo>
                <a:lnTo>
                  <a:pt x="1187450" y="953770"/>
                </a:lnTo>
                <a:lnTo>
                  <a:pt x="1221739" y="974090"/>
                </a:lnTo>
                <a:lnTo>
                  <a:pt x="1263650" y="1004570"/>
                </a:lnTo>
                <a:lnTo>
                  <a:pt x="1290320" y="1037590"/>
                </a:lnTo>
                <a:lnTo>
                  <a:pt x="1304289" y="1070610"/>
                </a:lnTo>
                <a:lnTo>
                  <a:pt x="1304289" y="1083310"/>
                </a:lnTo>
                <a:lnTo>
                  <a:pt x="1304289" y="1093470"/>
                </a:lnTo>
                <a:lnTo>
                  <a:pt x="1286510" y="1139190"/>
                </a:lnTo>
                <a:lnTo>
                  <a:pt x="1267460" y="1160780"/>
                </a:lnTo>
                <a:lnTo>
                  <a:pt x="1256029" y="1172210"/>
                </a:lnTo>
                <a:lnTo>
                  <a:pt x="1243329" y="1182370"/>
                </a:lnTo>
                <a:lnTo>
                  <a:pt x="1228089" y="1192530"/>
                </a:lnTo>
                <a:lnTo>
                  <a:pt x="1212850" y="1202690"/>
                </a:lnTo>
                <a:lnTo>
                  <a:pt x="1195070" y="1211580"/>
                </a:lnTo>
                <a:lnTo>
                  <a:pt x="1176020" y="1220470"/>
                </a:lnTo>
                <a:lnTo>
                  <a:pt x="1155700" y="1229360"/>
                </a:lnTo>
                <a:lnTo>
                  <a:pt x="1135379" y="1238250"/>
                </a:lnTo>
                <a:lnTo>
                  <a:pt x="1112520" y="1247140"/>
                </a:lnTo>
                <a:lnTo>
                  <a:pt x="1088389" y="1254760"/>
                </a:lnTo>
                <a:lnTo>
                  <a:pt x="1064260" y="1262380"/>
                </a:lnTo>
                <a:lnTo>
                  <a:pt x="1038860" y="1268730"/>
                </a:lnTo>
                <a:lnTo>
                  <a:pt x="1012189" y="1275080"/>
                </a:lnTo>
                <a:lnTo>
                  <a:pt x="984250" y="1281430"/>
                </a:lnTo>
                <a:lnTo>
                  <a:pt x="956310" y="1287780"/>
                </a:lnTo>
                <a:lnTo>
                  <a:pt x="927100" y="1292860"/>
                </a:lnTo>
                <a:lnTo>
                  <a:pt x="896620" y="1296670"/>
                </a:lnTo>
                <a:lnTo>
                  <a:pt x="866139" y="1300480"/>
                </a:lnTo>
                <a:lnTo>
                  <a:pt x="835660" y="1304290"/>
                </a:lnTo>
                <a:lnTo>
                  <a:pt x="803910" y="1306830"/>
                </a:lnTo>
                <a:lnTo>
                  <a:pt x="772160" y="1309370"/>
                </a:lnTo>
                <a:lnTo>
                  <a:pt x="739139" y="1311910"/>
                </a:lnTo>
                <a:lnTo>
                  <a:pt x="707389" y="1313180"/>
                </a:lnTo>
                <a:lnTo>
                  <a:pt x="674370" y="1313180"/>
                </a:lnTo>
                <a:lnTo>
                  <a:pt x="642620" y="1313180"/>
                </a:lnTo>
                <a:lnTo>
                  <a:pt x="609600" y="1313180"/>
                </a:lnTo>
                <a:lnTo>
                  <a:pt x="577850" y="1311910"/>
                </a:lnTo>
                <a:lnTo>
                  <a:pt x="544829" y="1310640"/>
                </a:lnTo>
                <a:lnTo>
                  <a:pt x="513079" y="1308100"/>
                </a:lnTo>
                <a:lnTo>
                  <a:pt x="481329" y="1305560"/>
                </a:lnTo>
                <a:lnTo>
                  <a:pt x="450850" y="1301750"/>
                </a:lnTo>
                <a:lnTo>
                  <a:pt x="419100" y="1297940"/>
                </a:lnTo>
                <a:lnTo>
                  <a:pt x="389889" y="1294130"/>
                </a:lnTo>
                <a:lnTo>
                  <a:pt x="360679" y="1289050"/>
                </a:lnTo>
                <a:lnTo>
                  <a:pt x="331470" y="1283970"/>
                </a:lnTo>
                <a:lnTo>
                  <a:pt x="303529" y="1277620"/>
                </a:lnTo>
                <a:lnTo>
                  <a:pt x="276860" y="1271270"/>
                </a:lnTo>
                <a:lnTo>
                  <a:pt x="250189" y="1264920"/>
                </a:lnTo>
                <a:lnTo>
                  <a:pt x="200660" y="1249680"/>
                </a:lnTo>
                <a:lnTo>
                  <a:pt x="156210" y="1233170"/>
                </a:lnTo>
                <a:lnTo>
                  <a:pt x="116839" y="1215390"/>
                </a:lnTo>
                <a:lnTo>
                  <a:pt x="99060" y="1205230"/>
                </a:lnTo>
                <a:lnTo>
                  <a:pt x="82550" y="1196340"/>
                </a:lnTo>
                <a:lnTo>
                  <a:pt x="40639" y="1164590"/>
                </a:lnTo>
                <a:lnTo>
                  <a:pt x="13970" y="1132840"/>
                </a:lnTo>
                <a:lnTo>
                  <a:pt x="3810" y="1109980"/>
                </a:lnTo>
                <a:lnTo>
                  <a:pt x="0" y="1098550"/>
                </a:lnTo>
                <a:lnTo>
                  <a:pt x="0" y="1087120"/>
                </a:lnTo>
                <a:lnTo>
                  <a:pt x="0" y="1075690"/>
                </a:lnTo>
                <a:lnTo>
                  <a:pt x="2539" y="1064260"/>
                </a:lnTo>
                <a:lnTo>
                  <a:pt x="26670" y="1019810"/>
                </a:lnTo>
                <a:lnTo>
                  <a:pt x="60960" y="988060"/>
                </a:lnTo>
                <a:lnTo>
                  <a:pt x="109220" y="957580"/>
                </a:lnTo>
                <a:lnTo>
                  <a:pt x="148589" y="939800"/>
                </a:lnTo>
                <a:lnTo>
                  <a:pt x="191770" y="923290"/>
                </a:lnTo>
                <a:lnTo>
                  <a:pt x="215900" y="914400"/>
                </a:lnTo>
                <a:lnTo>
                  <a:pt x="240029" y="906780"/>
                </a:lnTo>
                <a:lnTo>
                  <a:pt x="266700" y="900430"/>
                </a:lnTo>
                <a:lnTo>
                  <a:pt x="293370" y="894080"/>
                </a:lnTo>
                <a:lnTo>
                  <a:pt x="320039" y="887730"/>
                </a:lnTo>
                <a:lnTo>
                  <a:pt x="349250" y="882650"/>
                </a:lnTo>
                <a:lnTo>
                  <a:pt x="378460" y="877570"/>
                </a:lnTo>
                <a:lnTo>
                  <a:pt x="407670" y="872490"/>
                </a:lnTo>
                <a:lnTo>
                  <a:pt x="469900" y="864870"/>
                </a:lnTo>
                <a:lnTo>
                  <a:pt x="532129" y="859790"/>
                </a:lnTo>
                <a:lnTo>
                  <a:pt x="565150" y="858520"/>
                </a:lnTo>
                <a:lnTo>
                  <a:pt x="775970" y="0"/>
                </a:lnTo>
                <a:lnTo>
                  <a:pt x="791210" y="86106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506212" y="3903979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25" dirty="0">
                <a:latin typeface="Times New Roman"/>
                <a:cs typeface="Times New Roman"/>
              </a:rPr>
              <a:t>eye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46290" y="1690370"/>
            <a:ext cx="1855470" cy="530860"/>
          </a:xfrm>
          <a:custGeom>
            <a:avLst/>
            <a:gdLst/>
            <a:ahLst/>
            <a:cxnLst/>
            <a:rect l="l" t="t" r="r" b="b"/>
            <a:pathLst>
              <a:path w="1855470" h="530860">
                <a:moveTo>
                  <a:pt x="613410" y="327659"/>
                </a:moveTo>
                <a:lnTo>
                  <a:pt x="577850" y="295909"/>
                </a:lnTo>
                <a:lnTo>
                  <a:pt x="556260" y="262889"/>
                </a:lnTo>
                <a:lnTo>
                  <a:pt x="549910" y="240029"/>
                </a:lnTo>
                <a:lnTo>
                  <a:pt x="549910" y="228600"/>
                </a:lnTo>
                <a:lnTo>
                  <a:pt x="549910" y="217169"/>
                </a:lnTo>
                <a:lnTo>
                  <a:pt x="552450" y="205739"/>
                </a:lnTo>
                <a:lnTo>
                  <a:pt x="557530" y="194309"/>
                </a:lnTo>
                <a:lnTo>
                  <a:pt x="562610" y="182879"/>
                </a:lnTo>
                <a:lnTo>
                  <a:pt x="589280" y="149859"/>
                </a:lnTo>
                <a:lnTo>
                  <a:pt x="629920" y="119379"/>
                </a:lnTo>
                <a:lnTo>
                  <a:pt x="645160" y="109219"/>
                </a:lnTo>
                <a:lnTo>
                  <a:pt x="681989" y="90169"/>
                </a:lnTo>
                <a:lnTo>
                  <a:pt x="723900" y="72389"/>
                </a:lnTo>
                <a:lnTo>
                  <a:pt x="770889" y="57150"/>
                </a:lnTo>
                <a:lnTo>
                  <a:pt x="821689" y="43179"/>
                </a:lnTo>
                <a:lnTo>
                  <a:pt x="849630" y="36829"/>
                </a:lnTo>
                <a:lnTo>
                  <a:pt x="876300" y="30479"/>
                </a:lnTo>
                <a:lnTo>
                  <a:pt x="905510" y="25400"/>
                </a:lnTo>
                <a:lnTo>
                  <a:pt x="934719" y="20319"/>
                </a:lnTo>
                <a:lnTo>
                  <a:pt x="965200" y="16509"/>
                </a:lnTo>
                <a:lnTo>
                  <a:pt x="995680" y="12700"/>
                </a:lnTo>
                <a:lnTo>
                  <a:pt x="1026160" y="8889"/>
                </a:lnTo>
                <a:lnTo>
                  <a:pt x="1057910" y="6350"/>
                </a:lnTo>
                <a:lnTo>
                  <a:pt x="1089660" y="3809"/>
                </a:lnTo>
                <a:lnTo>
                  <a:pt x="1122680" y="2539"/>
                </a:lnTo>
                <a:lnTo>
                  <a:pt x="1154430" y="1269"/>
                </a:lnTo>
                <a:lnTo>
                  <a:pt x="1187450" y="0"/>
                </a:lnTo>
                <a:lnTo>
                  <a:pt x="1219200" y="0"/>
                </a:lnTo>
                <a:lnTo>
                  <a:pt x="1252219" y="1269"/>
                </a:lnTo>
                <a:lnTo>
                  <a:pt x="1285239" y="2539"/>
                </a:lnTo>
                <a:lnTo>
                  <a:pt x="1316989" y="3809"/>
                </a:lnTo>
                <a:lnTo>
                  <a:pt x="1348739" y="6350"/>
                </a:lnTo>
                <a:lnTo>
                  <a:pt x="1380489" y="8889"/>
                </a:lnTo>
                <a:lnTo>
                  <a:pt x="1410969" y="12700"/>
                </a:lnTo>
                <a:lnTo>
                  <a:pt x="1441450" y="16509"/>
                </a:lnTo>
                <a:lnTo>
                  <a:pt x="1471930" y="20319"/>
                </a:lnTo>
                <a:lnTo>
                  <a:pt x="1501139" y="25400"/>
                </a:lnTo>
                <a:lnTo>
                  <a:pt x="1529080" y="31750"/>
                </a:lnTo>
                <a:lnTo>
                  <a:pt x="1557019" y="36829"/>
                </a:lnTo>
                <a:lnTo>
                  <a:pt x="1583689" y="43179"/>
                </a:lnTo>
                <a:lnTo>
                  <a:pt x="1610360" y="50800"/>
                </a:lnTo>
                <a:lnTo>
                  <a:pt x="1634489" y="58419"/>
                </a:lnTo>
                <a:lnTo>
                  <a:pt x="1658619" y="64769"/>
                </a:lnTo>
                <a:lnTo>
                  <a:pt x="1703069" y="82550"/>
                </a:lnTo>
                <a:lnTo>
                  <a:pt x="1742439" y="100329"/>
                </a:lnTo>
                <a:lnTo>
                  <a:pt x="1775460" y="119379"/>
                </a:lnTo>
                <a:lnTo>
                  <a:pt x="1816100" y="151129"/>
                </a:lnTo>
                <a:lnTo>
                  <a:pt x="1842769" y="184150"/>
                </a:lnTo>
                <a:lnTo>
                  <a:pt x="1855469" y="228600"/>
                </a:lnTo>
                <a:lnTo>
                  <a:pt x="1854200" y="241300"/>
                </a:lnTo>
                <a:lnTo>
                  <a:pt x="1833880" y="285750"/>
                </a:lnTo>
                <a:lnTo>
                  <a:pt x="1803400" y="317500"/>
                </a:lnTo>
                <a:lnTo>
                  <a:pt x="1758950" y="347979"/>
                </a:lnTo>
                <a:lnTo>
                  <a:pt x="1722119" y="367029"/>
                </a:lnTo>
                <a:lnTo>
                  <a:pt x="1680210" y="384809"/>
                </a:lnTo>
                <a:lnTo>
                  <a:pt x="1633219" y="400050"/>
                </a:lnTo>
                <a:lnTo>
                  <a:pt x="1582419" y="414019"/>
                </a:lnTo>
                <a:lnTo>
                  <a:pt x="1554480" y="421639"/>
                </a:lnTo>
                <a:lnTo>
                  <a:pt x="1527810" y="426719"/>
                </a:lnTo>
                <a:lnTo>
                  <a:pt x="1498600" y="433069"/>
                </a:lnTo>
                <a:lnTo>
                  <a:pt x="1469389" y="436879"/>
                </a:lnTo>
                <a:lnTo>
                  <a:pt x="1438910" y="441959"/>
                </a:lnTo>
                <a:lnTo>
                  <a:pt x="1408430" y="445769"/>
                </a:lnTo>
                <a:lnTo>
                  <a:pt x="1377950" y="449579"/>
                </a:lnTo>
                <a:lnTo>
                  <a:pt x="1346200" y="452119"/>
                </a:lnTo>
                <a:lnTo>
                  <a:pt x="1314450" y="454659"/>
                </a:lnTo>
                <a:lnTo>
                  <a:pt x="1281430" y="455929"/>
                </a:lnTo>
                <a:lnTo>
                  <a:pt x="1249680" y="457200"/>
                </a:lnTo>
                <a:lnTo>
                  <a:pt x="1216660" y="457200"/>
                </a:lnTo>
                <a:lnTo>
                  <a:pt x="1184910" y="457200"/>
                </a:lnTo>
                <a:lnTo>
                  <a:pt x="1151889" y="457200"/>
                </a:lnTo>
                <a:lnTo>
                  <a:pt x="1118869" y="455929"/>
                </a:lnTo>
                <a:lnTo>
                  <a:pt x="1087119" y="453389"/>
                </a:lnTo>
                <a:lnTo>
                  <a:pt x="1055369" y="452119"/>
                </a:lnTo>
                <a:lnTo>
                  <a:pt x="1023619" y="448309"/>
                </a:lnTo>
                <a:lnTo>
                  <a:pt x="993139" y="445769"/>
                </a:lnTo>
                <a:lnTo>
                  <a:pt x="962660" y="441959"/>
                </a:lnTo>
                <a:lnTo>
                  <a:pt x="902969" y="431800"/>
                </a:lnTo>
                <a:lnTo>
                  <a:pt x="847089" y="420369"/>
                </a:lnTo>
                <a:lnTo>
                  <a:pt x="793750" y="406400"/>
                </a:lnTo>
                <a:lnTo>
                  <a:pt x="769620" y="400050"/>
                </a:lnTo>
                <a:lnTo>
                  <a:pt x="745489" y="392429"/>
                </a:lnTo>
                <a:lnTo>
                  <a:pt x="0" y="530859"/>
                </a:lnTo>
                <a:lnTo>
                  <a:pt x="613410" y="32765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221980" y="176910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25" dirty="0">
                <a:latin typeface="Times New Roman"/>
                <a:cs typeface="Times New Roman"/>
              </a:rPr>
              <a:t>up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026285">
              <a:spcBef>
                <a:spcPts val="100"/>
              </a:spcBef>
            </a:pPr>
            <a:r>
              <a:rPr dirty="0"/>
              <a:t>Projeção</a:t>
            </a:r>
            <a:r>
              <a:rPr spc="-70" dirty="0"/>
              <a:t> </a:t>
            </a:r>
            <a:r>
              <a:rPr spc="-10" dirty="0"/>
              <a:t>Paralela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548130"/>
            <a:ext cx="123825" cy="8356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spcBef>
                <a:spcPts val="65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55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697" y="1564640"/>
            <a:ext cx="3489960" cy="150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1840">
              <a:lnSpc>
                <a:spcPct val="120800"/>
              </a:lnSpc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Default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OpenGL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ajustar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volume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5080"/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visível,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projeção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inicializada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6100" y="3352800"/>
            <a:ext cx="5448300" cy="33693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42200" y="1468413"/>
            <a:ext cx="3225800" cy="1808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glOrtho</a:t>
            </a:r>
            <a:r>
              <a:rPr sz="2000" spc="-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(left,</a:t>
            </a:r>
            <a:r>
              <a:rPr sz="2000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right,</a:t>
            </a:r>
            <a:endParaRPr sz="200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422400" marR="5080" indent="-3810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bottom,</a:t>
            </a:r>
            <a:r>
              <a:rPr sz="2000" spc="-4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Courier New"/>
                <a:cs typeface="Courier New"/>
              </a:rPr>
              <a:t>top, </a:t>
            </a: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near,</a:t>
            </a:r>
            <a:r>
              <a:rPr sz="2000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far);</a:t>
            </a:r>
            <a:endParaRPr sz="200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755650" marR="213995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755650" algn="l"/>
              </a:tabLst>
            </a:pP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Obs.:</a:t>
            </a:r>
            <a:r>
              <a:rPr sz="20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near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e</a:t>
            </a:r>
            <a:r>
              <a:rPr sz="20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far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spc="-25" dirty="0">
                <a:solidFill>
                  <a:srgbClr val="002454"/>
                </a:solidFill>
                <a:latin typeface="Arial"/>
                <a:cs typeface="Arial"/>
              </a:rPr>
              <a:t>são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valores</a:t>
            </a:r>
            <a:r>
              <a:rPr sz="20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u="sng" spc="-10" dirty="0">
                <a:solidFill>
                  <a:srgbClr val="002454"/>
                </a:solidFill>
                <a:uFill>
                  <a:solidFill>
                    <a:srgbClr val="FFEC5F"/>
                  </a:solidFill>
                </a:uFill>
                <a:latin typeface="Arial"/>
                <a:cs typeface="Arial"/>
              </a:rPr>
              <a:t>positivos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 tipicamente</a:t>
            </a:r>
            <a:endParaRPr sz="200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328420">
              <a:spcBef>
                <a:spcPts val="100"/>
              </a:spcBef>
            </a:pPr>
            <a:r>
              <a:rPr dirty="0"/>
              <a:t>Projeção</a:t>
            </a:r>
            <a:r>
              <a:rPr spc="-50" dirty="0"/>
              <a:t> </a:t>
            </a:r>
            <a:r>
              <a:rPr dirty="0"/>
              <a:t>em</a:t>
            </a:r>
            <a:r>
              <a:rPr spc="-40" dirty="0"/>
              <a:t> </a:t>
            </a:r>
            <a:r>
              <a:rPr spc="-10" dirty="0"/>
              <a:t>Perspectiva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600" y="1447800"/>
            <a:ext cx="10896600" cy="132536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spcBef>
                <a:spcPts val="31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Volume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visão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especificado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04139">
              <a:spcBef>
                <a:spcPts val="200"/>
              </a:spcBef>
            </a:pP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glFrustum(left,right,bottom,top,near,far);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spcBef>
                <a:spcPts val="690"/>
              </a:spcBef>
            </a:pP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Não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necessariamente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gera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um</a:t>
            </a:r>
            <a:r>
              <a:rPr sz="26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v.v.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simétrico</a:t>
            </a:r>
            <a:endParaRPr sz="26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3440429"/>
            <a:ext cx="640080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689735">
              <a:spcBef>
                <a:spcPts val="100"/>
              </a:spcBef>
            </a:pPr>
            <a:r>
              <a:rPr dirty="0"/>
              <a:t>Projeção</a:t>
            </a:r>
            <a:r>
              <a:rPr spc="-70" dirty="0"/>
              <a:t> </a:t>
            </a:r>
            <a:r>
              <a:rPr spc="-10" dirty="0"/>
              <a:t>Perspectiva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295401"/>
            <a:ext cx="10972800" cy="14209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Alternativamente,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pode-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rotina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/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gluPerspective</a:t>
            </a:r>
            <a:r>
              <a:rPr sz="2400" spc="-5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(fovy,</a:t>
            </a:r>
            <a:r>
              <a:rPr sz="24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aspect,</a:t>
            </a:r>
            <a:r>
              <a:rPr sz="24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near,</a:t>
            </a:r>
            <a:r>
              <a:rPr sz="24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far);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354965" marR="584835" indent="-342900">
              <a:lnSpc>
                <a:spcPts val="3590"/>
              </a:lnSpc>
              <a:spcBef>
                <a:spcPts val="86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Gera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volume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visão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simétrico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centrado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eixo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z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3658870"/>
            <a:ext cx="6477000" cy="28181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646430">
              <a:spcBef>
                <a:spcPts val="100"/>
              </a:spcBef>
            </a:pPr>
            <a:r>
              <a:rPr dirty="0"/>
              <a:t>Receita</a:t>
            </a:r>
            <a:r>
              <a:rPr spc="-40" dirty="0"/>
              <a:t> </a:t>
            </a:r>
            <a:r>
              <a:rPr dirty="0"/>
              <a:t>para</a:t>
            </a:r>
            <a:r>
              <a:rPr spc="-45" dirty="0"/>
              <a:t> </a:t>
            </a:r>
            <a:r>
              <a:rPr dirty="0"/>
              <a:t>evitar</a:t>
            </a:r>
            <a:r>
              <a:rPr spc="-45" dirty="0"/>
              <a:t> </a:t>
            </a:r>
            <a:r>
              <a:rPr dirty="0"/>
              <a:t>‘telas</a:t>
            </a:r>
            <a:r>
              <a:rPr spc="-30" dirty="0"/>
              <a:t> </a:t>
            </a:r>
            <a:r>
              <a:rPr spc="-10" dirty="0"/>
              <a:t>pretas’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1295400"/>
            <a:ext cx="10820400" cy="3903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/>
            <a:r>
              <a:rPr sz="2600" spc="-10" dirty="0">
                <a:solidFill>
                  <a:srgbClr val="002454"/>
                </a:solidFill>
                <a:latin typeface="Courier New"/>
                <a:cs typeface="Courier New"/>
              </a:rPr>
              <a:t>gluPerspective()</a:t>
            </a:r>
            <a:endParaRPr sz="26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750" marR="116205" indent="-285750"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Tentar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levar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razão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aspecto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janela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(parâmetro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aspect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59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Sempre</a:t>
            </a:r>
            <a:r>
              <a:rPr sz="24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glLoadIdentity()</a:t>
            </a:r>
            <a:r>
              <a:rPr sz="2400" spc="-77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antes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colocar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nada</a:t>
            </a:r>
            <a:r>
              <a:rPr sz="24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depois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2700">
              <a:spcBef>
                <a:spcPts val="6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visualização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gluLookAt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Sempre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glLoadIdentity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()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antes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12750" marR="1113790" indent="-285750"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Outras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usadas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mover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/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instanciar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aparecem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depois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887980">
              <a:spcBef>
                <a:spcPts val="100"/>
              </a:spcBef>
            </a:pP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447800"/>
            <a:ext cx="10896600" cy="3185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void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resize(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int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w,</a:t>
            </a:r>
            <a:r>
              <a:rPr sz="2100" spc="-5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int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h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5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lnSpc>
                <a:spcPts val="2035"/>
              </a:lnSpc>
            </a:pPr>
            <a:r>
              <a:rPr sz="2100" spc="-50" dirty="0">
                <a:solidFill>
                  <a:srgbClr val="002454"/>
                </a:solidFill>
                <a:latin typeface="Courier New"/>
                <a:cs typeface="Courier New"/>
              </a:rPr>
              <a:t>{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 marR="5080">
              <a:lnSpc>
                <a:spcPct val="80800"/>
              </a:lnSpc>
              <a:spcBef>
                <a:spcPts val="235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glViewport(</a:t>
            </a:r>
            <a:r>
              <a:rPr sz="2100" spc="-9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(GLsizei)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w,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(GLsizei)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h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glMatrixMode(</a:t>
            </a:r>
            <a:r>
              <a:rPr sz="2100" spc="-229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GL_PROJECTION</a:t>
            </a:r>
            <a:r>
              <a:rPr sz="2100" spc="-229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002454"/>
                </a:solidFill>
                <a:latin typeface="Courier New"/>
                <a:cs typeface="Courier New"/>
              </a:rPr>
              <a:t>glLoadIdentity();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>
              <a:lnSpc>
                <a:spcPts val="2390"/>
              </a:lnSpc>
              <a:spcBef>
                <a:spcPts val="28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gluPerspective(</a:t>
            </a:r>
            <a:r>
              <a:rPr sz="2100" spc="-114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65.0,</a:t>
            </a:r>
            <a:r>
              <a:rPr sz="2100" spc="-114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(GLdouble)</a:t>
            </a:r>
            <a:r>
              <a:rPr sz="2100" spc="-11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w</a:t>
            </a:r>
            <a:r>
              <a:rPr sz="2100" spc="-114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/</a:t>
            </a:r>
            <a:r>
              <a:rPr sz="2100" spc="-11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h,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3075940">
              <a:lnSpc>
                <a:spcPts val="2150"/>
              </a:lnSpc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1.0,</a:t>
            </a:r>
            <a:r>
              <a:rPr sz="2100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100.0</a:t>
            </a:r>
            <a:r>
              <a:rPr sz="2100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 marR="2565400">
              <a:lnSpc>
                <a:spcPts val="2030"/>
              </a:lnSpc>
              <a:spcBef>
                <a:spcPts val="24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glMatrixMode(</a:t>
            </a:r>
            <a:r>
              <a:rPr sz="2100" spc="-2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GL_MODELVIEW</a:t>
            </a:r>
            <a:r>
              <a:rPr sz="2100" spc="-2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002454"/>
                </a:solidFill>
                <a:latin typeface="Courier New"/>
                <a:cs typeface="Courier New"/>
              </a:rPr>
              <a:t>glLoadIdentity();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>
              <a:lnSpc>
                <a:spcPts val="2330"/>
              </a:lnSpc>
              <a:spcBef>
                <a:spcPts val="16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gluLookAt(</a:t>
            </a:r>
            <a:r>
              <a:rPr sz="2100" spc="-11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10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10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0" dirty="0">
                <a:solidFill>
                  <a:srgbClr val="002454"/>
                </a:solidFill>
                <a:latin typeface="Courier New"/>
                <a:cs typeface="Courier New"/>
              </a:rPr>
              <a:t>5.0,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2275840">
              <a:lnSpc>
                <a:spcPts val="2140"/>
              </a:lnSpc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7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2275840">
              <a:lnSpc>
                <a:spcPts val="2085"/>
              </a:lnSpc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1.0,</a:t>
            </a:r>
            <a:r>
              <a:rPr sz="21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</a:t>
            </a:r>
            <a:r>
              <a:rPr sz="21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lnSpc>
                <a:spcPts val="2275"/>
              </a:lnSpc>
            </a:pPr>
            <a:r>
              <a:rPr sz="2100" spc="-50" dirty="0">
                <a:solidFill>
                  <a:srgbClr val="002454"/>
                </a:solidFill>
                <a:latin typeface="Courier New"/>
                <a:cs typeface="Courier New"/>
              </a:rPr>
              <a:t>}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6F9E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1503</Words>
  <Application>Microsoft Office PowerPoint</Application>
  <PresentationFormat>Widescreen</PresentationFormat>
  <Paragraphs>235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Arial</vt:lpstr>
      <vt:lpstr>Arial MT</vt:lpstr>
      <vt:lpstr>Courier New</vt:lpstr>
      <vt:lpstr>Symbol</vt:lpstr>
      <vt:lpstr>Times New Roman</vt:lpstr>
      <vt:lpstr>Wingdings</vt:lpstr>
      <vt:lpstr>Office Theme</vt:lpstr>
      <vt:lpstr>Projeções</vt:lpstr>
      <vt:lpstr>Perspectiva</vt:lpstr>
      <vt:lpstr>Transformações Projetivas</vt:lpstr>
      <vt:lpstr>Geometria Projetiva</vt:lpstr>
      <vt:lpstr>Geometria Projetiva</vt:lpstr>
      <vt:lpstr>Coord. homogêneas em espaço projetivo</vt:lpstr>
      <vt:lpstr>Transformações projetivas</vt:lpstr>
      <vt:lpstr>Transformação perspectiva em coord. homogêneas</vt:lpstr>
      <vt:lpstr>Perspectiva - Sumário</vt:lpstr>
      <vt:lpstr>Projeção genérica</vt:lpstr>
      <vt:lpstr>Modelo de câmera sintética</vt:lpstr>
      <vt:lpstr>Transformações em OpenGL</vt:lpstr>
      <vt:lpstr>Pipeline OpenGL de Transformações</vt:lpstr>
      <vt:lpstr>Estado Inicial do Pipeline</vt:lpstr>
      <vt:lpstr>Especificando o Viewport</vt:lpstr>
      <vt:lpstr>Especificando Transformações</vt:lpstr>
      <vt:lpstr>Transformando objetos</vt:lpstr>
      <vt:lpstr>Transformações de Visualização</vt:lpstr>
      <vt:lpstr>Projeção Paralela</vt:lpstr>
      <vt:lpstr>Projeção em Perspectiva</vt:lpstr>
      <vt:lpstr>Projeção Perspectiva</vt:lpstr>
      <vt:lpstr>Receita para evitar ‘telas pretas’</vt:lpstr>
      <vt:lpstr>Exemplo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Computação Gráfica</dc:title>
  <dc:creator>Coppe/Sistemas</dc:creator>
  <cp:lastModifiedBy>JONH EDSON RIBEIRO DE CARVALHO</cp:lastModifiedBy>
  <cp:revision>4</cp:revision>
  <dcterms:created xsi:type="dcterms:W3CDTF">2025-09-23T18:14:47Z</dcterms:created>
  <dcterms:modified xsi:type="dcterms:W3CDTF">2026-05-13T21:31:58Z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2007-09-21T00:00:00Z</vt:filetime>
  </property>
  <property fmtid="{D5CDD505-2E9C-101B-9397-08002B2CF9AE}" pid="3" name="Creator">
    <vt:lpwstr>Impress</vt:lpwstr>
  </property>
  <property fmtid="{D5CDD505-2E9C-101B-9397-08002B2CF9AE}" pid="4" name="Producer">
    <vt:lpwstr>BrOffice.org 2.2</vt:lpwstr>
  </property>
  <property fmtid="{D5CDD505-2E9C-101B-9397-08002B2CF9AE}" pid="5" name="LastSaved">
    <vt:filetime>2007-09-21T00:00:00Z</vt:filetime>
  </property>
</Properties>
</file>