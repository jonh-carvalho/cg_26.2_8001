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EE5"/>
    <a:srgbClr val="F4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597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E0D7B15-E1D7-4E10-2F3F-2CDF0D57C19D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734DFC-9973-3B29-F827-9FA9C98C1CD0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886CDC5-0B38-9999-BD21-1D492F8EDC76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94CD436-6D9F-C87C-B933-E2A7DF710D4F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3C1329A-3531-2BC4-512F-8C72528020C3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C6D7567-C855-9647-940B-A4389CA20E3A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3D5CDAA-7CDC-61EF-41FE-A536EDDD74A5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995352B-A997-667B-97AA-382521A2C0DC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C896AA4-B470-49FA-CE7D-9EDA9C5A003D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9857F8D-E9F2-2770-D90C-3AC34FAD7220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B43181D-0D9A-733B-A8B1-9DF26E36948A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5C477B8-3355-AE6D-B61F-570926A3E420}"/>
              </a:ext>
            </a:extLst>
          </p:cNvPr>
          <p:cNvSpPr/>
          <p:nvPr/>
        </p:nvSpPr>
        <p:spPr>
          <a:xfrm>
            <a:off x="14986000" y="8763000"/>
            <a:ext cx="1219200" cy="342900"/>
          </a:xfrm>
          <a:prstGeom prst="rect">
            <a:avLst/>
          </a:prstGeom>
          <a:solidFill>
            <a:srgbClr val="F4F1E8"/>
          </a:solidFill>
          <a:ln>
            <a:solidFill>
              <a:srgbClr val="F1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2026-09-02T21:53:27Z</dcterms:modified>
</cp:coreProperties>
</file>