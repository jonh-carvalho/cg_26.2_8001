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97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FC3C85B-8287-6F93-CE72-BC55A3F9D80B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4BD5AA-A483-CFFF-8369-A155C800D4FC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3DE1A70-D7AE-F561-B09D-A6E5394B0811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33C567D-FB7F-D511-59CA-A23DB198BB2C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7C058EB-98D5-8BAF-3A3A-E9B621B723AB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2D59BC0-2929-9B07-7164-C6780CCCE031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19A1C80-CEDC-3745-C13C-7DBD066B5D2B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078D1F-4835-C69B-F922-6B1046B5B56D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7420A1C-B301-3C2F-2082-2FDF7B478D61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148825-58F9-477D-CC62-14D16521AAA9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36841AB-2A8E-FC4D-EBDC-1DBC97AC72A8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BBAA2AF-5E2E-CAE1-3C02-6263579C4DE2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7CBCFCB-7C3E-76BD-2CF3-B138420C55A8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592DC9D-6F4B-FC1D-F660-A5494F30DDA0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3B480BB-529D-1A1A-92AA-1190F8D42B4B}"/>
              </a:ext>
            </a:extLst>
          </p:cNvPr>
          <p:cNvSpPr/>
          <p:nvPr/>
        </p:nvSpPr>
        <p:spPr>
          <a:xfrm>
            <a:off x="14909800" y="8820912"/>
            <a:ext cx="12700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2026-10-14T22:05:53Z</dcterms:modified>
</cp:coreProperties>
</file>