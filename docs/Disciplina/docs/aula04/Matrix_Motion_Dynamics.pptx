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0EA"/>
    <a:srgbClr val="F8F7F3"/>
    <a:srgbClr val="E7E9E4"/>
    <a:srgbClr val="FBFA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78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36BC1D0-F35D-54E8-C084-393BEAD32BCE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02A29B2-C2E5-1F85-0BBE-37FD0E61D970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F1F2AA4-E6FE-58C7-9EF5-7C14598EE9CE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8E336A2-2B1D-BFE6-8820-69BBDF2AEEAF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F90A9B4-41C3-C750-075D-D9E804C9E207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EEE8393-D43C-7B22-6B90-231A6B85D2FE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5729896-F1E3-B59A-E6E0-BDC9F8C357B3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68B031B-22D9-0B7F-195E-7A0318DCA29F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E2DACC-2994-FF49-85E5-16699B0DB5F9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A79979E-587A-4F52-D87C-3C9B65457C6D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DC8CCB3-B644-9E55-1A84-6CEC99E87355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772F8B2-BC68-BEF1-4DC5-3AFD592D762B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693FE7A-856C-00C1-66D5-0EFE301294C9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2B892CD-8B61-1910-E17C-25A5F39E3661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F5621FF-556F-EF1C-559B-F011A6C21CB8}"/>
              </a:ext>
            </a:extLst>
          </p:cNvPr>
          <p:cNvSpPr/>
          <p:nvPr/>
        </p:nvSpPr>
        <p:spPr>
          <a:xfrm>
            <a:off x="14986000" y="8763000"/>
            <a:ext cx="1143000" cy="342900"/>
          </a:xfrm>
          <a:prstGeom prst="rect">
            <a:avLst/>
          </a:prstGeom>
          <a:solidFill>
            <a:srgbClr val="E7E9E4"/>
          </a:solidFill>
          <a:ln>
            <a:solidFill>
              <a:srgbClr val="EFF0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BFAF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JONH EDSON RIBEIRO DE CARVALHO</dc:creator>
  <cp:lastModifiedBy>JONH EDSON RIBEIRO DE CARVALHO</cp:lastModifiedBy>
  <cp:revision>3</cp:revision>
  <dcterms:created xsi:type="dcterms:W3CDTF">2006-08-16T00:00:00Z</dcterms:created>
  <dcterms:modified xsi:type="dcterms:W3CDTF">2026-08-26T21:28:14Z</dcterms:modified>
</cp:coreProperties>
</file>