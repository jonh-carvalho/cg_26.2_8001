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1"/>
    <a:srgbClr val="F7F7F2"/>
    <a:srgbClr val="F6F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597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48FEC8D-037F-5DD9-B5D1-7D1178267A6A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0F0D970-72C7-344E-4964-2B0D53E7F452}"/>
              </a:ext>
            </a:extLst>
          </p:cNvPr>
          <p:cNvSpPr/>
          <p:nvPr/>
        </p:nvSpPr>
        <p:spPr>
          <a:xfrm>
            <a:off x="14986000" y="86868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2AC854F-2AF9-DA7F-16B6-0168EC811B65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0165F55-DA92-B7F6-30DC-2B98A1BD440D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F34DC8E-ACF6-1922-30A5-0DA0C7A07F11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FE03298-AA6F-F91D-32E2-3F89233FA428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2952B3C-785C-37EE-5795-4EFB4E6A6F14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5E1A764-7B65-9A01-B38C-6BF529E437BF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74B1667-3464-6AD9-C69F-02FA7D8F5716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9793EE6-A1F4-9856-07A5-DFA207188252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851B586-E9CF-62E6-167B-4E8A224E5DFC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DDAF544-62FE-02BD-648E-D90203ABFF69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68CED74-4895-16FE-64F2-BA32BBE4C07B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96ECB13-95B5-8AAF-C83E-11B954EE3605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D153ECB-57BD-A3E5-E592-550AD68E44D3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F7F7F2"/>
          </a:solidFill>
          <a:ln>
            <a:solidFill>
              <a:srgbClr val="F7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6F7F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2026-09-16T22:06:24Z</dcterms:modified>
</cp:coreProperties>
</file>